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24"/>
  </p:notesMasterIdLst>
  <p:sldIdLst>
    <p:sldId id="257" r:id="rId3"/>
    <p:sldId id="258" r:id="rId4"/>
    <p:sldId id="259" r:id="rId5"/>
    <p:sldId id="280" r:id="rId6"/>
    <p:sldId id="261" r:id="rId7"/>
    <p:sldId id="262" r:id="rId8"/>
    <p:sldId id="263" r:id="rId9"/>
    <p:sldId id="277" r:id="rId10"/>
    <p:sldId id="260" r:id="rId11"/>
    <p:sldId id="274" r:id="rId12"/>
    <p:sldId id="273" r:id="rId13"/>
    <p:sldId id="272" r:id="rId14"/>
    <p:sldId id="275" r:id="rId15"/>
    <p:sldId id="276" r:id="rId16"/>
    <p:sldId id="267" r:id="rId17"/>
    <p:sldId id="278" r:id="rId18"/>
    <p:sldId id="270" r:id="rId19"/>
    <p:sldId id="279" r:id="rId20"/>
    <p:sldId id="264" r:id="rId21"/>
    <p:sldId id="265" r:id="rId22"/>
    <p:sldId id="26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9D2657-061F-44D2-9883-34288DE40FE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5916FC4-2684-45B4-B425-C8B9571C72AC}">
      <dgm:prSet phldrT="[Text]"/>
      <dgm:spPr/>
      <dgm:t>
        <a:bodyPr/>
        <a:lstStyle/>
        <a:p>
          <a:r>
            <a:rPr lang="en-IN" dirty="0"/>
            <a:t>Data Structures is a course that focuses on the study of various data structures and algorithms used in computer science.</a:t>
          </a:r>
        </a:p>
      </dgm:t>
    </dgm:pt>
    <dgm:pt modelId="{E8A3EC3D-C81B-467E-9C24-C7C0286E0BDE}" type="parTrans" cxnId="{B9FB9A7C-BFC9-4E4C-910F-F593CC229785}">
      <dgm:prSet/>
      <dgm:spPr/>
      <dgm:t>
        <a:bodyPr/>
        <a:lstStyle/>
        <a:p>
          <a:endParaRPr lang="en-IN"/>
        </a:p>
      </dgm:t>
    </dgm:pt>
    <dgm:pt modelId="{9DBB45EF-7E54-4EE6-A079-47F0A5E49D01}" type="sibTrans" cxnId="{B9FB9A7C-BFC9-4E4C-910F-F593CC229785}">
      <dgm:prSet/>
      <dgm:spPr/>
      <dgm:t>
        <a:bodyPr/>
        <a:lstStyle/>
        <a:p>
          <a:endParaRPr lang="en-IN"/>
        </a:p>
      </dgm:t>
    </dgm:pt>
    <dgm:pt modelId="{E5BD2790-3D92-419D-811D-22057EED799E}">
      <dgm:prSet phldrT="[Text]"/>
      <dgm:spPr/>
      <dgm:t>
        <a:bodyPr/>
        <a:lstStyle/>
        <a:p>
          <a:r>
            <a:rPr lang="en-IN" dirty="0"/>
            <a:t>The course covers the theoretical foundations of data structures, as well as practical techniques for implementing and manipulating them. </a:t>
          </a:r>
        </a:p>
      </dgm:t>
    </dgm:pt>
    <dgm:pt modelId="{85BDEF04-925F-4537-8291-601F7A79B07B}" type="parTrans" cxnId="{FCEB3048-D34F-44CB-93E2-F6B4FF05885B}">
      <dgm:prSet/>
      <dgm:spPr/>
      <dgm:t>
        <a:bodyPr/>
        <a:lstStyle/>
        <a:p>
          <a:endParaRPr lang="en-IN"/>
        </a:p>
      </dgm:t>
    </dgm:pt>
    <dgm:pt modelId="{DE312663-7356-4A82-BE3E-D92CD5C6B07E}" type="sibTrans" cxnId="{FCEB3048-D34F-44CB-93E2-F6B4FF05885B}">
      <dgm:prSet/>
      <dgm:spPr/>
      <dgm:t>
        <a:bodyPr/>
        <a:lstStyle/>
        <a:p>
          <a:endParaRPr lang="en-IN"/>
        </a:p>
      </dgm:t>
    </dgm:pt>
    <dgm:pt modelId="{2B705A38-2817-42DD-AB7A-77FC465C0A3B}">
      <dgm:prSet/>
      <dgm:spPr/>
      <dgm:t>
        <a:bodyPr/>
        <a:lstStyle/>
        <a:p>
          <a:r>
            <a:rPr lang="en-IN"/>
            <a:t>In this course, students will learn about the basic concepts of data structures, including arrays, linked lists, stacks, queues, trees, and graphs.</a:t>
          </a:r>
        </a:p>
      </dgm:t>
    </dgm:pt>
    <dgm:pt modelId="{3A7313CF-600F-4A57-B5C7-1ACB01C79DFF}" type="parTrans" cxnId="{AD323FB6-7C62-48C6-B84D-F474EBB6BC80}">
      <dgm:prSet/>
      <dgm:spPr/>
      <dgm:t>
        <a:bodyPr/>
        <a:lstStyle/>
        <a:p>
          <a:endParaRPr lang="en-IN"/>
        </a:p>
      </dgm:t>
    </dgm:pt>
    <dgm:pt modelId="{C38C7B5D-F101-49E6-A9F8-153D43B938E1}" type="sibTrans" cxnId="{AD323FB6-7C62-48C6-B84D-F474EBB6BC80}">
      <dgm:prSet/>
      <dgm:spPr/>
      <dgm:t>
        <a:bodyPr/>
        <a:lstStyle/>
        <a:p>
          <a:endParaRPr lang="en-IN"/>
        </a:p>
      </dgm:t>
    </dgm:pt>
    <dgm:pt modelId="{D874ED6F-0527-40C4-AF8A-2D0223E12A96}" type="pres">
      <dgm:prSet presAssocID="{BD9D2657-061F-44D2-9883-34288DE40FE7}" presName="linear" presStyleCnt="0">
        <dgm:presLayoutVars>
          <dgm:animLvl val="lvl"/>
          <dgm:resizeHandles val="exact"/>
        </dgm:presLayoutVars>
      </dgm:prSet>
      <dgm:spPr/>
    </dgm:pt>
    <dgm:pt modelId="{E52C2BAA-ABB9-4C43-A566-9B796C9AA3B7}" type="pres">
      <dgm:prSet presAssocID="{65916FC4-2684-45B4-B425-C8B9571C72AC}" presName="parentText" presStyleLbl="node1" presStyleIdx="0" presStyleCnt="3">
        <dgm:presLayoutVars>
          <dgm:chMax val="0"/>
          <dgm:bulletEnabled val="1"/>
        </dgm:presLayoutVars>
      </dgm:prSet>
      <dgm:spPr/>
    </dgm:pt>
    <dgm:pt modelId="{EFBE258A-58C6-4507-AF85-4D819D3FB888}" type="pres">
      <dgm:prSet presAssocID="{9DBB45EF-7E54-4EE6-A079-47F0A5E49D01}" presName="spacer" presStyleCnt="0"/>
      <dgm:spPr/>
    </dgm:pt>
    <dgm:pt modelId="{AEF78676-DE96-441C-B790-298B32884932}" type="pres">
      <dgm:prSet presAssocID="{E5BD2790-3D92-419D-811D-22057EED799E}" presName="parentText" presStyleLbl="node1" presStyleIdx="1" presStyleCnt="3">
        <dgm:presLayoutVars>
          <dgm:chMax val="0"/>
          <dgm:bulletEnabled val="1"/>
        </dgm:presLayoutVars>
      </dgm:prSet>
      <dgm:spPr/>
    </dgm:pt>
    <dgm:pt modelId="{64B8CB07-8E67-4BC0-868C-5C6E2CDE4EAE}" type="pres">
      <dgm:prSet presAssocID="{DE312663-7356-4A82-BE3E-D92CD5C6B07E}" presName="spacer" presStyleCnt="0"/>
      <dgm:spPr/>
    </dgm:pt>
    <dgm:pt modelId="{B5E8369F-1844-4D4A-89DD-70F093B2A551}" type="pres">
      <dgm:prSet presAssocID="{2B705A38-2817-42DD-AB7A-77FC465C0A3B}" presName="parentText" presStyleLbl="node1" presStyleIdx="2" presStyleCnt="3">
        <dgm:presLayoutVars>
          <dgm:chMax val="0"/>
          <dgm:bulletEnabled val="1"/>
        </dgm:presLayoutVars>
      </dgm:prSet>
      <dgm:spPr/>
    </dgm:pt>
  </dgm:ptLst>
  <dgm:cxnLst>
    <dgm:cxn modelId="{943CA431-AEE7-4053-BA58-9C87F227BF28}" type="presOf" srcId="{E5BD2790-3D92-419D-811D-22057EED799E}" destId="{AEF78676-DE96-441C-B790-298B32884932}" srcOrd="0" destOrd="0" presId="urn:microsoft.com/office/officeart/2005/8/layout/vList2"/>
    <dgm:cxn modelId="{FCEB3048-D34F-44CB-93E2-F6B4FF05885B}" srcId="{BD9D2657-061F-44D2-9883-34288DE40FE7}" destId="{E5BD2790-3D92-419D-811D-22057EED799E}" srcOrd="1" destOrd="0" parTransId="{85BDEF04-925F-4537-8291-601F7A79B07B}" sibTransId="{DE312663-7356-4A82-BE3E-D92CD5C6B07E}"/>
    <dgm:cxn modelId="{B9FB9A7C-BFC9-4E4C-910F-F593CC229785}" srcId="{BD9D2657-061F-44D2-9883-34288DE40FE7}" destId="{65916FC4-2684-45B4-B425-C8B9571C72AC}" srcOrd="0" destOrd="0" parTransId="{E8A3EC3D-C81B-467E-9C24-C7C0286E0BDE}" sibTransId="{9DBB45EF-7E54-4EE6-A079-47F0A5E49D01}"/>
    <dgm:cxn modelId="{2008249C-8223-4452-9F44-8603D6216DB5}" type="presOf" srcId="{2B705A38-2817-42DD-AB7A-77FC465C0A3B}" destId="{B5E8369F-1844-4D4A-89DD-70F093B2A551}" srcOrd="0" destOrd="0" presId="urn:microsoft.com/office/officeart/2005/8/layout/vList2"/>
    <dgm:cxn modelId="{504615B1-8D80-42BD-8B0A-2B5F82BA6857}" type="presOf" srcId="{65916FC4-2684-45B4-B425-C8B9571C72AC}" destId="{E52C2BAA-ABB9-4C43-A566-9B796C9AA3B7}" srcOrd="0" destOrd="0" presId="urn:microsoft.com/office/officeart/2005/8/layout/vList2"/>
    <dgm:cxn modelId="{AD323FB6-7C62-48C6-B84D-F474EBB6BC80}" srcId="{BD9D2657-061F-44D2-9883-34288DE40FE7}" destId="{2B705A38-2817-42DD-AB7A-77FC465C0A3B}" srcOrd="2" destOrd="0" parTransId="{3A7313CF-600F-4A57-B5C7-1ACB01C79DFF}" sibTransId="{C38C7B5D-F101-49E6-A9F8-153D43B938E1}"/>
    <dgm:cxn modelId="{B7A303E4-80AA-4E78-A0E8-4CE96460CBB9}" type="presOf" srcId="{BD9D2657-061F-44D2-9883-34288DE40FE7}" destId="{D874ED6F-0527-40C4-AF8A-2D0223E12A96}" srcOrd="0" destOrd="0" presId="urn:microsoft.com/office/officeart/2005/8/layout/vList2"/>
    <dgm:cxn modelId="{6F80C108-DE8F-42B0-BBF2-F1F94EE4C54B}" type="presParOf" srcId="{D874ED6F-0527-40C4-AF8A-2D0223E12A96}" destId="{E52C2BAA-ABB9-4C43-A566-9B796C9AA3B7}" srcOrd="0" destOrd="0" presId="urn:microsoft.com/office/officeart/2005/8/layout/vList2"/>
    <dgm:cxn modelId="{F0A66469-84C1-4425-876D-2197F45D6C85}" type="presParOf" srcId="{D874ED6F-0527-40C4-AF8A-2D0223E12A96}" destId="{EFBE258A-58C6-4507-AF85-4D819D3FB888}" srcOrd="1" destOrd="0" presId="urn:microsoft.com/office/officeart/2005/8/layout/vList2"/>
    <dgm:cxn modelId="{9E598278-3719-4162-BF99-DA7206FAD64F}" type="presParOf" srcId="{D874ED6F-0527-40C4-AF8A-2D0223E12A96}" destId="{AEF78676-DE96-441C-B790-298B32884932}" srcOrd="2" destOrd="0" presId="urn:microsoft.com/office/officeart/2005/8/layout/vList2"/>
    <dgm:cxn modelId="{39E1B274-96D1-47CD-8B71-7E83E4AD1C7D}" type="presParOf" srcId="{D874ED6F-0527-40C4-AF8A-2D0223E12A96}" destId="{64B8CB07-8E67-4BC0-868C-5C6E2CDE4EAE}" srcOrd="3" destOrd="0" presId="urn:microsoft.com/office/officeart/2005/8/layout/vList2"/>
    <dgm:cxn modelId="{B6CF2F85-8A43-4A11-8ACF-1023BF83792D}" type="presParOf" srcId="{D874ED6F-0527-40C4-AF8A-2D0223E12A96}" destId="{B5E8369F-1844-4D4A-89DD-70F093B2A55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74F713-EFA5-4288-A6A7-83B8944DAF59}" type="doc">
      <dgm:prSet loTypeId="urn:diagrams.loki3.com/BracketList" loCatId="list" qsTypeId="urn:microsoft.com/office/officeart/2005/8/quickstyle/simple1" qsCatId="simple" csTypeId="urn:microsoft.com/office/officeart/2005/8/colors/accent1_2" csCatId="accent1" phldr="1"/>
      <dgm:spPr/>
      <dgm:t>
        <a:bodyPr/>
        <a:lstStyle/>
        <a:p>
          <a:endParaRPr lang="en-IN"/>
        </a:p>
      </dgm:t>
    </dgm:pt>
    <dgm:pt modelId="{695837EE-7EC8-475F-B39C-442EFBE245C6}">
      <dgm:prSet phldrT="[Text]" custT="1"/>
      <dgm:spPr/>
      <dgm:t>
        <a:bodyPr/>
        <a:lstStyle/>
        <a:p>
          <a:r>
            <a:rPr lang="en-US" sz="4400" dirty="0"/>
            <a:t>CO1</a:t>
          </a:r>
          <a:endParaRPr lang="en-IN" sz="4400" dirty="0"/>
        </a:p>
      </dgm:t>
    </dgm:pt>
    <dgm:pt modelId="{F369D675-DBFE-4CDB-BDC0-CF532F24C6F3}" type="parTrans" cxnId="{BCB8AA6A-7BA8-4883-89B3-DB5FFF61D0FA}">
      <dgm:prSet/>
      <dgm:spPr/>
      <dgm:t>
        <a:bodyPr/>
        <a:lstStyle/>
        <a:p>
          <a:endParaRPr lang="en-IN"/>
        </a:p>
      </dgm:t>
    </dgm:pt>
    <dgm:pt modelId="{AFC11519-96AE-4E01-83DB-86B2CF2F1313}" type="sibTrans" cxnId="{BCB8AA6A-7BA8-4883-89B3-DB5FFF61D0FA}">
      <dgm:prSet/>
      <dgm:spPr/>
      <dgm:t>
        <a:bodyPr/>
        <a:lstStyle/>
        <a:p>
          <a:endParaRPr lang="en-IN"/>
        </a:p>
      </dgm:t>
    </dgm:pt>
    <dgm:pt modelId="{33CEE717-DAE7-4503-9F6C-3E90C19A76C3}">
      <dgm:prSet phldrT="[Text]" custT="1"/>
      <dgm:spPr/>
      <dgm:t>
        <a:bodyPr/>
        <a:lstStyle/>
        <a:p>
          <a:r>
            <a:rPr lang="en-IN" sz="2800" dirty="0">
              <a:effectLst/>
              <a:latin typeface="Calibri" panose="020F0502020204030204" pitchFamily="34" charset="0"/>
              <a:ea typeface="Calibri" panose="020F0502020204030204" pitchFamily="34" charset="0"/>
              <a:cs typeface="Times New Roman" panose="02020603050405020304" pitchFamily="18" charset="0"/>
            </a:rPr>
            <a:t>To access how the choices of data structure &amp; algorithm methods impact the performance of program</a:t>
          </a:r>
          <a:endParaRPr lang="en-IN" sz="2800" dirty="0"/>
        </a:p>
      </dgm:t>
    </dgm:pt>
    <dgm:pt modelId="{EAD2CAA4-5132-4807-B877-4A15EBBB39CA}" type="parTrans" cxnId="{119B558C-9D92-47F2-87AC-E59D9D8AA711}">
      <dgm:prSet/>
      <dgm:spPr/>
      <dgm:t>
        <a:bodyPr/>
        <a:lstStyle/>
        <a:p>
          <a:endParaRPr lang="en-IN"/>
        </a:p>
      </dgm:t>
    </dgm:pt>
    <dgm:pt modelId="{A3494DA2-F7D2-44A1-82A7-88E705A76228}" type="sibTrans" cxnId="{119B558C-9D92-47F2-87AC-E59D9D8AA711}">
      <dgm:prSet/>
      <dgm:spPr/>
      <dgm:t>
        <a:bodyPr/>
        <a:lstStyle/>
        <a:p>
          <a:endParaRPr lang="en-IN"/>
        </a:p>
      </dgm:t>
    </dgm:pt>
    <dgm:pt modelId="{8F222699-8701-48B7-B8FE-50745440521B}">
      <dgm:prSet phldrT="[Text]" custT="1"/>
      <dgm:spPr/>
      <dgm:t>
        <a:bodyPr/>
        <a:lstStyle/>
        <a:p>
          <a:r>
            <a:rPr lang="en-US" sz="4400" dirty="0"/>
            <a:t>CO2</a:t>
          </a:r>
          <a:endParaRPr lang="en-IN" sz="4400" dirty="0"/>
        </a:p>
      </dgm:t>
    </dgm:pt>
    <dgm:pt modelId="{FAD57DF8-16F3-4259-B1C9-9F50383C0CF1}" type="parTrans" cxnId="{F579B578-764D-49AA-A009-91468A20EBC7}">
      <dgm:prSet/>
      <dgm:spPr/>
      <dgm:t>
        <a:bodyPr/>
        <a:lstStyle/>
        <a:p>
          <a:endParaRPr lang="en-IN"/>
        </a:p>
      </dgm:t>
    </dgm:pt>
    <dgm:pt modelId="{1D2E5F85-0978-4FD5-8D5C-506CE67CCFBE}" type="sibTrans" cxnId="{F579B578-764D-49AA-A009-91468A20EBC7}">
      <dgm:prSet/>
      <dgm:spPr/>
      <dgm:t>
        <a:bodyPr/>
        <a:lstStyle/>
        <a:p>
          <a:endParaRPr lang="en-IN"/>
        </a:p>
      </dgm:t>
    </dgm:pt>
    <dgm:pt modelId="{819C9946-31C9-4DC2-96A3-605BAADBB879}">
      <dgm:prSet phldrT="[Text]" custT="1"/>
      <dgm:spPr/>
      <dgm:t>
        <a:bodyPr/>
        <a:lstStyle/>
        <a:p>
          <a:r>
            <a:rPr lang="en-IN" sz="2800" dirty="0">
              <a:effectLst/>
              <a:latin typeface="Calibri" panose="020F0502020204030204" pitchFamily="34" charset="0"/>
              <a:ea typeface="Calibri" panose="020F0502020204030204" pitchFamily="34" charset="0"/>
              <a:cs typeface="Times New Roman" panose="02020603050405020304" pitchFamily="18" charset="0"/>
            </a:rPr>
            <a:t>To Solve problems based upon different data structure &amp; also write programs</a:t>
          </a:r>
          <a:endParaRPr lang="en-IN" sz="2800" dirty="0"/>
        </a:p>
      </dgm:t>
    </dgm:pt>
    <dgm:pt modelId="{149053F8-24A3-4D4A-BC33-BF4BBC29B572}" type="parTrans" cxnId="{4DA976E9-E42D-4D6F-8B5B-136F4110D13F}">
      <dgm:prSet/>
      <dgm:spPr/>
      <dgm:t>
        <a:bodyPr/>
        <a:lstStyle/>
        <a:p>
          <a:endParaRPr lang="en-IN"/>
        </a:p>
      </dgm:t>
    </dgm:pt>
    <dgm:pt modelId="{68322306-AAD9-43C6-8957-5FFF658C1C18}" type="sibTrans" cxnId="{4DA976E9-E42D-4D6F-8B5B-136F4110D13F}">
      <dgm:prSet/>
      <dgm:spPr/>
      <dgm:t>
        <a:bodyPr/>
        <a:lstStyle/>
        <a:p>
          <a:endParaRPr lang="en-IN"/>
        </a:p>
      </dgm:t>
    </dgm:pt>
    <dgm:pt modelId="{7F96DBBE-6155-4F12-B1BE-4A8F13CBA5C8}">
      <dgm:prSet phldrT="[Text]" custT="1"/>
      <dgm:spPr/>
      <dgm:t>
        <a:bodyPr/>
        <a:lstStyle/>
        <a:p>
          <a:r>
            <a:rPr lang="en-US" sz="4400" dirty="0"/>
            <a:t>CO3</a:t>
          </a:r>
          <a:endParaRPr lang="en-IN" sz="4400" dirty="0"/>
        </a:p>
      </dgm:t>
    </dgm:pt>
    <dgm:pt modelId="{6F9F202E-FA67-4D21-8BCB-9D90355C7163}" type="parTrans" cxnId="{45348514-2F09-4E77-91F3-8C34AECAD973}">
      <dgm:prSet/>
      <dgm:spPr/>
      <dgm:t>
        <a:bodyPr/>
        <a:lstStyle/>
        <a:p>
          <a:endParaRPr lang="en-IN"/>
        </a:p>
      </dgm:t>
    </dgm:pt>
    <dgm:pt modelId="{4B2508DA-829E-4DDB-8596-222F67AB55A1}" type="sibTrans" cxnId="{45348514-2F09-4E77-91F3-8C34AECAD973}">
      <dgm:prSet/>
      <dgm:spPr/>
      <dgm:t>
        <a:bodyPr/>
        <a:lstStyle/>
        <a:p>
          <a:endParaRPr lang="en-IN"/>
        </a:p>
      </dgm:t>
    </dgm:pt>
    <dgm:pt modelId="{19E04642-F755-403F-B65B-8D7BCA7B022B}">
      <dgm:prSet phldrT="[Text]" custT="1"/>
      <dgm:spPr/>
      <dgm:t>
        <a:bodyPr/>
        <a:lstStyle/>
        <a:p>
          <a:r>
            <a:rPr lang="en-IN" sz="2800" dirty="0">
              <a:effectLst/>
              <a:latin typeface="Calibri" panose="020F0502020204030204" pitchFamily="34" charset="0"/>
              <a:ea typeface="Calibri" panose="020F0502020204030204" pitchFamily="34" charset="0"/>
              <a:cs typeface="Times New Roman" panose="02020603050405020304" pitchFamily="18" charset="0"/>
            </a:rPr>
            <a:t>Choose an appropriate data structure for a particular problem.</a:t>
          </a:r>
          <a:endParaRPr lang="en-IN" sz="2800" dirty="0"/>
        </a:p>
      </dgm:t>
    </dgm:pt>
    <dgm:pt modelId="{7B0451F1-5E74-41D9-9944-7B3247F6DA58}" type="parTrans" cxnId="{B349FC56-D16E-4D0A-801B-218DA743473B}">
      <dgm:prSet/>
      <dgm:spPr/>
      <dgm:t>
        <a:bodyPr/>
        <a:lstStyle/>
        <a:p>
          <a:endParaRPr lang="en-IN"/>
        </a:p>
      </dgm:t>
    </dgm:pt>
    <dgm:pt modelId="{52E0E5AE-DD07-4504-A933-70D9DE049A2F}" type="sibTrans" cxnId="{B349FC56-D16E-4D0A-801B-218DA743473B}">
      <dgm:prSet/>
      <dgm:spPr/>
      <dgm:t>
        <a:bodyPr/>
        <a:lstStyle/>
        <a:p>
          <a:endParaRPr lang="en-IN"/>
        </a:p>
      </dgm:t>
    </dgm:pt>
    <dgm:pt modelId="{21965A4B-EF92-453C-BE59-A1B8C82D79A1}">
      <dgm:prSet phldrT="[Text]" custT="1"/>
      <dgm:spPr/>
      <dgm:t>
        <a:bodyPr/>
        <a:lstStyle/>
        <a:p>
          <a:r>
            <a:rPr lang="en-IN" sz="2800" dirty="0">
              <a:effectLst/>
              <a:latin typeface="Calibri" panose="020F0502020204030204" pitchFamily="34" charset="0"/>
              <a:ea typeface="Calibri" panose="020F0502020204030204" pitchFamily="34" charset="0"/>
              <a:cs typeface="Times New Roman" panose="02020603050405020304" pitchFamily="18" charset="0"/>
            </a:rPr>
            <a:t>To efficiently implement the different data structures.</a:t>
          </a:r>
          <a:endParaRPr lang="en-IN" sz="2800" dirty="0"/>
        </a:p>
      </dgm:t>
    </dgm:pt>
    <dgm:pt modelId="{9FB7B378-4B1C-420B-80CE-7A2B21E9502D}" type="parTrans" cxnId="{000C3694-FD74-47A6-BB83-A6DD838BA02A}">
      <dgm:prSet/>
      <dgm:spPr/>
      <dgm:t>
        <a:bodyPr/>
        <a:lstStyle/>
        <a:p>
          <a:endParaRPr lang="en-IN"/>
        </a:p>
      </dgm:t>
    </dgm:pt>
    <dgm:pt modelId="{6C9B13D4-5AA3-4FA9-9122-C624BC52F818}" type="sibTrans" cxnId="{000C3694-FD74-47A6-BB83-A6DD838BA02A}">
      <dgm:prSet/>
      <dgm:spPr/>
      <dgm:t>
        <a:bodyPr/>
        <a:lstStyle/>
        <a:p>
          <a:endParaRPr lang="en-IN"/>
        </a:p>
      </dgm:t>
    </dgm:pt>
    <dgm:pt modelId="{69A2256D-3C5B-450D-B8D0-A2A557AFF391}">
      <dgm:prSet phldrT="[Text]" custT="1"/>
      <dgm:spPr/>
      <dgm:t>
        <a:bodyPr/>
        <a:lstStyle/>
        <a:p>
          <a:r>
            <a:rPr lang="en-US" sz="4400" dirty="0"/>
            <a:t>CO4</a:t>
          </a:r>
          <a:endParaRPr lang="en-IN" sz="4400" dirty="0"/>
        </a:p>
      </dgm:t>
    </dgm:pt>
    <dgm:pt modelId="{823E43E1-8246-47F0-A55D-3604924C2487}" type="parTrans" cxnId="{E61C73A6-8DE3-4BD3-B1BF-AE8ADD2E67C0}">
      <dgm:prSet/>
      <dgm:spPr/>
      <dgm:t>
        <a:bodyPr/>
        <a:lstStyle/>
        <a:p>
          <a:endParaRPr lang="en-IN"/>
        </a:p>
      </dgm:t>
    </dgm:pt>
    <dgm:pt modelId="{387D697E-7947-42AB-B4DF-B327D7D9A1FD}" type="sibTrans" cxnId="{E61C73A6-8DE3-4BD3-B1BF-AE8ADD2E67C0}">
      <dgm:prSet/>
      <dgm:spPr/>
      <dgm:t>
        <a:bodyPr/>
        <a:lstStyle/>
        <a:p>
          <a:endParaRPr lang="en-IN"/>
        </a:p>
      </dgm:t>
    </dgm:pt>
    <dgm:pt modelId="{8FC63B20-21CB-41E8-A51C-8683301EF997}" type="pres">
      <dgm:prSet presAssocID="{B374F713-EFA5-4288-A6A7-83B8944DAF59}" presName="Name0" presStyleCnt="0">
        <dgm:presLayoutVars>
          <dgm:dir/>
          <dgm:animLvl val="lvl"/>
          <dgm:resizeHandles val="exact"/>
        </dgm:presLayoutVars>
      </dgm:prSet>
      <dgm:spPr/>
    </dgm:pt>
    <dgm:pt modelId="{C4A8F9CA-C3E6-466C-91C6-D75EAA36FDD1}" type="pres">
      <dgm:prSet presAssocID="{695837EE-7EC8-475F-B39C-442EFBE245C6}" presName="linNode" presStyleCnt="0"/>
      <dgm:spPr/>
    </dgm:pt>
    <dgm:pt modelId="{D452091B-BAF1-4D09-86FF-F281E8A18659}" type="pres">
      <dgm:prSet presAssocID="{695837EE-7EC8-475F-B39C-442EFBE245C6}" presName="parTx" presStyleLbl="revTx" presStyleIdx="0" presStyleCnt="4">
        <dgm:presLayoutVars>
          <dgm:chMax val="1"/>
          <dgm:bulletEnabled val="1"/>
        </dgm:presLayoutVars>
      </dgm:prSet>
      <dgm:spPr/>
    </dgm:pt>
    <dgm:pt modelId="{7294C479-3E92-43D0-8513-B2AD604D538D}" type="pres">
      <dgm:prSet presAssocID="{695837EE-7EC8-475F-B39C-442EFBE245C6}" presName="bracket" presStyleLbl="parChTrans1D1" presStyleIdx="0" presStyleCnt="4"/>
      <dgm:spPr/>
    </dgm:pt>
    <dgm:pt modelId="{A02982BD-1FBE-487C-AB97-38FD5F4E89FC}" type="pres">
      <dgm:prSet presAssocID="{695837EE-7EC8-475F-B39C-442EFBE245C6}" presName="spH" presStyleCnt="0"/>
      <dgm:spPr/>
    </dgm:pt>
    <dgm:pt modelId="{F25E4286-6881-4F93-BC0F-65C6EDA90C58}" type="pres">
      <dgm:prSet presAssocID="{695837EE-7EC8-475F-B39C-442EFBE245C6}" presName="desTx" presStyleLbl="node1" presStyleIdx="0" presStyleCnt="4">
        <dgm:presLayoutVars>
          <dgm:bulletEnabled val="1"/>
        </dgm:presLayoutVars>
      </dgm:prSet>
      <dgm:spPr/>
    </dgm:pt>
    <dgm:pt modelId="{C04803AC-0712-4875-8E14-7D65EE860236}" type="pres">
      <dgm:prSet presAssocID="{AFC11519-96AE-4E01-83DB-86B2CF2F1313}" presName="spV" presStyleCnt="0"/>
      <dgm:spPr/>
    </dgm:pt>
    <dgm:pt modelId="{E9404870-B153-40EA-A86F-18D49361D4F1}" type="pres">
      <dgm:prSet presAssocID="{8F222699-8701-48B7-B8FE-50745440521B}" presName="linNode" presStyleCnt="0"/>
      <dgm:spPr/>
    </dgm:pt>
    <dgm:pt modelId="{E6779D50-6851-4BD8-9648-ADA9A1058141}" type="pres">
      <dgm:prSet presAssocID="{8F222699-8701-48B7-B8FE-50745440521B}" presName="parTx" presStyleLbl="revTx" presStyleIdx="1" presStyleCnt="4">
        <dgm:presLayoutVars>
          <dgm:chMax val="1"/>
          <dgm:bulletEnabled val="1"/>
        </dgm:presLayoutVars>
      </dgm:prSet>
      <dgm:spPr/>
    </dgm:pt>
    <dgm:pt modelId="{447FD192-E3FB-4E7B-B7E5-A89FDED930DF}" type="pres">
      <dgm:prSet presAssocID="{8F222699-8701-48B7-B8FE-50745440521B}" presName="bracket" presStyleLbl="parChTrans1D1" presStyleIdx="1" presStyleCnt="4"/>
      <dgm:spPr/>
    </dgm:pt>
    <dgm:pt modelId="{6CD674EF-B829-49E1-9F3F-B005209CE516}" type="pres">
      <dgm:prSet presAssocID="{8F222699-8701-48B7-B8FE-50745440521B}" presName="spH" presStyleCnt="0"/>
      <dgm:spPr/>
    </dgm:pt>
    <dgm:pt modelId="{613510BC-DEA3-4A83-9504-389D3F39907C}" type="pres">
      <dgm:prSet presAssocID="{8F222699-8701-48B7-B8FE-50745440521B}" presName="desTx" presStyleLbl="node1" presStyleIdx="1" presStyleCnt="4">
        <dgm:presLayoutVars>
          <dgm:bulletEnabled val="1"/>
        </dgm:presLayoutVars>
      </dgm:prSet>
      <dgm:spPr/>
    </dgm:pt>
    <dgm:pt modelId="{ED6A67E8-DEEB-497A-828D-363AFFCC4FD4}" type="pres">
      <dgm:prSet presAssocID="{1D2E5F85-0978-4FD5-8D5C-506CE67CCFBE}" presName="spV" presStyleCnt="0"/>
      <dgm:spPr/>
    </dgm:pt>
    <dgm:pt modelId="{42B641C6-59A8-47F9-8C1E-71B256DAF04D}" type="pres">
      <dgm:prSet presAssocID="{7F96DBBE-6155-4F12-B1BE-4A8F13CBA5C8}" presName="linNode" presStyleCnt="0"/>
      <dgm:spPr/>
    </dgm:pt>
    <dgm:pt modelId="{10E02FA3-1632-4190-9761-2D5B1224B948}" type="pres">
      <dgm:prSet presAssocID="{7F96DBBE-6155-4F12-B1BE-4A8F13CBA5C8}" presName="parTx" presStyleLbl="revTx" presStyleIdx="2" presStyleCnt="4">
        <dgm:presLayoutVars>
          <dgm:chMax val="1"/>
          <dgm:bulletEnabled val="1"/>
        </dgm:presLayoutVars>
      </dgm:prSet>
      <dgm:spPr/>
    </dgm:pt>
    <dgm:pt modelId="{53EE5006-34AD-43F4-9204-F989CB5FC8B5}" type="pres">
      <dgm:prSet presAssocID="{7F96DBBE-6155-4F12-B1BE-4A8F13CBA5C8}" presName="bracket" presStyleLbl="parChTrans1D1" presStyleIdx="2" presStyleCnt="4"/>
      <dgm:spPr/>
    </dgm:pt>
    <dgm:pt modelId="{5D8AE987-42B1-4FED-A414-91A3FD8C0C18}" type="pres">
      <dgm:prSet presAssocID="{7F96DBBE-6155-4F12-B1BE-4A8F13CBA5C8}" presName="spH" presStyleCnt="0"/>
      <dgm:spPr/>
    </dgm:pt>
    <dgm:pt modelId="{298AB34A-CA39-4929-8D86-DF23EE67323C}" type="pres">
      <dgm:prSet presAssocID="{7F96DBBE-6155-4F12-B1BE-4A8F13CBA5C8}" presName="desTx" presStyleLbl="node1" presStyleIdx="2" presStyleCnt="4">
        <dgm:presLayoutVars>
          <dgm:bulletEnabled val="1"/>
        </dgm:presLayoutVars>
      </dgm:prSet>
      <dgm:spPr/>
    </dgm:pt>
    <dgm:pt modelId="{784DA575-8EB1-487F-8BC0-030B650B46F0}" type="pres">
      <dgm:prSet presAssocID="{4B2508DA-829E-4DDB-8596-222F67AB55A1}" presName="spV" presStyleCnt="0"/>
      <dgm:spPr/>
    </dgm:pt>
    <dgm:pt modelId="{36ED62AA-5549-4FDA-8CFC-3FDB25D05FFC}" type="pres">
      <dgm:prSet presAssocID="{69A2256D-3C5B-450D-B8D0-A2A557AFF391}" presName="linNode" presStyleCnt="0"/>
      <dgm:spPr/>
    </dgm:pt>
    <dgm:pt modelId="{8C21A17F-6418-4EEB-93A0-23EF74527379}" type="pres">
      <dgm:prSet presAssocID="{69A2256D-3C5B-450D-B8D0-A2A557AFF391}" presName="parTx" presStyleLbl="revTx" presStyleIdx="3" presStyleCnt="4">
        <dgm:presLayoutVars>
          <dgm:chMax val="1"/>
          <dgm:bulletEnabled val="1"/>
        </dgm:presLayoutVars>
      </dgm:prSet>
      <dgm:spPr/>
    </dgm:pt>
    <dgm:pt modelId="{8D8D0383-D9C9-4E6C-ADDD-71BF0C38E133}" type="pres">
      <dgm:prSet presAssocID="{69A2256D-3C5B-450D-B8D0-A2A557AFF391}" presName="bracket" presStyleLbl="parChTrans1D1" presStyleIdx="3" presStyleCnt="4"/>
      <dgm:spPr/>
    </dgm:pt>
    <dgm:pt modelId="{6F893360-B423-49E1-AA27-3BD204334A54}" type="pres">
      <dgm:prSet presAssocID="{69A2256D-3C5B-450D-B8D0-A2A557AFF391}" presName="spH" presStyleCnt="0"/>
      <dgm:spPr/>
    </dgm:pt>
    <dgm:pt modelId="{CC60888B-7EC1-44F4-8A75-C02E784F3CCC}" type="pres">
      <dgm:prSet presAssocID="{69A2256D-3C5B-450D-B8D0-A2A557AFF391}" presName="desTx" presStyleLbl="node1" presStyleIdx="3" presStyleCnt="4">
        <dgm:presLayoutVars>
          <dgm:bulletEnabled val="1"/>
        </dgm:presLayoutVars>
      </dgm:prSet>
      <dgm:spPr/>
    </dgm:pt>
  </dgm:ptLst>
  <dgm:cxnLst>
    <dgm:cxn modelId="{F8A42814-90BA-4455-8A34-DEA593B9A132}" type="presOf" srcId="{19E04642-F755-403F-B65B-8D7BCA7B022B}" destId="{298AB34A-CA39-4929-8D86-DF23EE67323C}" srcOrd="0" destOrd="0" presId="urn:diagrams.loki3.com/BracketList"/>
    <dgm:cxn modelId="{45348514-2F09-4E77-91F3-8C34AECAD973}" srcId="{B374F713-EFA5-4288-A6A7-83B8944DAF59}" destId="{7F96DBBE-6155-4F12-B1BE-4A8F13CBA5C8}" srcOrd="2" destOrd="0" parTransId="{6F9F202E-FA67-4D21-8BCB-9D90355C7163}" sibTransId="{4B2508DA-829E-4DDB-8596-222F67AB55A1}"/>
    <dgm:cxn modelId="{D3814B61-F32C-4E4F-A729-055C83569707}" type="presOf" srcId="{695837EE-7EC8-475F-B39C-442EFBE245C6}" destId="{D452091B-BAF1-4D09-86FF-F281E8A18659}" srcOrd="0" destOrd="0" presId="urn:diagrams.loki3.com/BracketList"/>
    <dgm:cxn modelId="{07B8A169-C673-49A2-93E3-EF0E30AC9F5B}" type="presOf" srcId="{8F222699-8701-48B7-B8FE-50745440521B}" destId="{E6779D50-6851-4BD8-9648-ADA9A1058141}" srcOrd="0" destOrd="0" presId="urn:diagrams.loki3.com/BracketList"/>
    <dgm:cxn modelId="{BCB8AA6A-7BA8-4883-89B3-DB5FFF61D0FA}" srcId="{B374F713-EFA5-4288-A6A7-83B8944DAF59}" destId="{695837EE-7EC8-475F-B39C-442EFBE245C6}" srcOrd="0" destOrd="0" parTransId="{F369D675-DBFE-4CDB-BDC0-CF532F24C6F3}" sibTransId="{AFC11519-96AE-4E01-83DB-86B2CF2F1313}"/>
    <dgm:cxn modelId="{B349FC56-D16E-4D0A-801B-218DA743473B}" srcId="{7F96DBBE-6155-4F12-B1BE-4A8F13CBA5C8}" destId="{19E04642-F755-403F-B65B-8D7BCA7B022B}" srcOrd="0" destOrd="0" parTransId="{7B0451F1-5E74-41D9-9944-7B3247F6DA58}" sibTransId="{52E0E5AE-DD07-4504-A933-70D9DE049A2F}"/>
    <dgm:cxn modelId="{F579B578-764D-49AA-A009-91468A20EBC7}" srcId="{B374F713-EFA5-4288-A6A7-83B8944DAF59}" destId="{8F222699-8701-48B7-B8FE-50745440521B}" srcOrd="1" destOrd="0" parTransId="{FAD57DF8-16F3-4259-B1C9-9F50383C0CF1}" sibTransId="{1D2E5F85-0978-4FD5-8D5C-506CE67CCFBE}"/>
    <dgm:cxn modelId="{119B558C-9D92-47F2-87AC-E59D9D8AA711}" srcId="{695837EE-7EC8-475F-B39C-442EFBE245C6}" destId="{33CEE717-DAE7-4503-9F6C-3E90C19A76C3}" srcOrd="0" destOrd="0" parTransId="{EAD2CAA4-5132-4807-B877-4A15EBBB39CA}" sibTransId="{A3494DA2-F7D2-44A1-82A7-88E705A76228}"/>
    <dgm:cxn modelId="{000C3694-FD74-47A6-BB83-A6DD838BA02A}" srcId="{69A2256D-3C5B-450D-B8D0-A2A557AFF391}" destId="{21965A4B-EF92-453C-BE59-A1B8C82D79A1}" srcOrd="0" destOrd="0" parTransId="{9FB7B378-4B1C-420B-80CE-7A2B21E9502D}" sibTransId="{6C9B13D4-5AA3-4FA9-9122-C624BC52F818}"/>
    <dgm:cxn modelId="{E61C73A6-8DE3-4BD3-B1BF-AE8ADD2E67C0}" srcId="{B374F713-EFA5-4288-A6A7-83B8944DAF59}" destId="{69A2256D-3C5B-450D-B8D0-A2A557AFF391}" srcOrd="3" destOrd="0" parTransId="{823E43E1-8246-47F0-A55D-3604924C2487}" sibTransId="{387D697E-7947-42AB-B4DF-B327D7D9A1FD}"/>
    <dgm:cxn modelId="{18FAB4A7-3C65-4ABD-A8BD-DA9ED6C6D727}" type="presOf" srcId="{69A2256D-3C5B-450D-B8D0-A2A557AFF391}" destId="{8C21A17F-6418-4EEB-93A0-23EF74527379}" srcOrd="0" destOrd="0" presId="urn:diagrams.loki3.com/BracketList"/>
    <dgm:cxn modelId="{D79EECB3-3E55-480F-B559-4E9CAFEC93EE}" type="presOf" srcId="{21965A4B-EF92-453C-BE59-A1B8C82D79A1}" destId="{CC60888B-7EC1-44F4-8A75-C02E784F3CCC}" srcOrd="0" destOrd="0" presId="urn:diagrams.loki3.com/BracketList"/>
    <dgm:cxn modelId="{C3ACACD2-A7D7-4E4E-9A15-78B55CC5CDC1}" type="presOf" srcId="{33CEE717-DAE7-4503-9F6C-3E90C19A76C3}" destId="{F25E4286-6881-4F93-BC0F-65C6EDA90C58}" srcOrd="0" destOrd="0" presId="urn:diagrams.loki3.com/BracketList"/>
    <dgm:cxn modelId="{5BF50FE3-053A-4EF2-88CE-9B70FE90431B}" type="presOf" srcId="{7F96DBBE-6155-4F12-B1BE-4A8F13CBA5C8}" destId="{10E02FA3-1632-4190-9761-2D5B1224B948}" srcOrd="0" destOrd="0" presId="urn:diagrams.loki3.com/BracketList"/>
    <dgm:cxn modelId="{4DA976E9-E42D-4D6F-8B5B-136F4110D13F}" srcId="{8F222699-8701-48B7-B8FE-50745440521B}" destId="{819C9946-31C9-4DC2-96A3-605BAADBB879}" srcOrd="0" destOrd="0" parTransId="{149053F8-24A3-4D4A-BC33-BF4BBC29B572}" sibTransId="{68322306-AAD9-43C6-8957-5FFF658C1C18}"/>
    <dgm:cxn modelId="{4EE185F6-CDC4-4515-A9AF-40FBF1B6D44C}" type="presOf" srcId="{819C9946-31C9-4DC2-96A3-605BAADBB879}" destId="{613510BC-DEA3-4A83-9504-389D3F39907C}" srcOrd="0" destOrd="0" presId="urn:diagrams.loki3.com/BracketList"/>
    <dgm:cxn modelId="{3CF467FD-BD44-4F81-B8DA-C5F063719C78}" type="presOf" srcId="{B374F713-EFA5-4288-A6A7-83B8944DAF59}" destId="{8FC63B20-21CB-41E8-A51C-8683301EF997}" srcOrd="0" destOrd="0" presId="urn:diagrams.loki3.com/BracketList"/>
    <dgm:cxn modelId="{34A8AE40-2954-4FBC-8990-1A616CE2600F}" type="presParOf" srcId="{8FC63B20-21CB-41E8-A51C-8683301EF997}" destId="{C4A8F9CA-C3E6-466C-91C6-D75EAA36FDD1}" srcOrd="0" destOrd="0" presId="urn:diagrams.loki3.com/BracketList"/>
    <dgm:cxn modelId="{B414DAB9-0C8E-4D68-87A4-8C0BA9F2E497}" type="presParOf" srcId="{C4A8F9CA-C3E6-466C-91C6-D75EAA36FDD1}" destId="{D452091B-BAF1-4D09-86FF-F281E8A18659}" srcOrd="0" destOrd="0" presId="urn:diagrams.loki3.com/BracketList"/>
    <dgm:cxn modelId="{FAD355BE-F0A9-4053-A289-D5EDB2054F0A}" type="presParOf" srcId="{C4A8F9CA-C3E6-466C-91C6-D75EAA36FDD1}" destId="{7294C479-3E92-43D0-8513-B2AD604D538D}" srcOrd="1" destOrd="0" presId="urn:diagrams.loki3.com/BracketList"/>
    <dgm:cxn modelId="{EC093327-C8BB-4962-8D09-09A74B25AC46}" type="presParOf" srcId="{C4A8F9CA-C3E6-466C-91C6-D75EAA36FDD1}" destId="{A02982BD-1FBE-487C-AB97-38FD5F4E89FC}" srcOrd="2" destOrd="0" presId="urn:diagrams.loki3.com/BracketList"/>
    <dgm:cxn modelId="{2A16B4BC-C79C-4450-9F8D-FC97DD201CC1}" type="presParOf" srcId="{C4A8F9CA-C3E6-466C-91C6-D75EAA36FDD1}" destId="{F25E4286-6881-4F93-BC0F-65C6EDA90C58}" srcOrd="3" destOrd="0" presId="urn:diagrams.loki3.com/BracketList"/>
    <dgm:cxn modelId="{5E0B7B48-8A1D-4A84-9ED8-4ACC79B7493C}" type="presParOf" srcId="{8FC63B20-21CB-41E8-A51C-8683301EF997}" destId="{C04803AC-0712-4875-8E14-7D65EE860236}" srcOrd="1" destOrd="0" presId="urn:diagrams.loki3.com/BracketList"/>
    <dgm:cxn modelId="{726B2629-F21D-478C-8901-72BED5C40C15}" type="presParOf" srcId="{8FC63B20-21CB-41E8-A51C-8683301EF997}" destId="{E9404870-B153-40EA-A86F-18D49361D4F1}" srcOrd="2" destOrd="0" presId="urn:diagrams.loki3.com/BracketList"/>
    <dgm:cxn modelId="{A15B0FA7-852B-413D-9F9D-C26310BF9E12}" type="presParOf" srcId="{E9404870-B153-40EA-A86F-18D49361D4F1}" destId="{E6779D50-6851-4BD8-9648-ADA9A1058141}" srcOrd="0" destOrd="0" presId="urn:diagrams.loki3.com/BracketList"/>
    <dgm:cxn modelId="{BB075729-DDBA-4C49-BEB7-8DBC12FF5547}" type="presParOf" srcId="{E9404870-B153-40EA-A86F-18D49361D4F1}" destId="{447FD192-E3FB-4E7B-B7E5-A89FDED930DF}" srcOrd="1" destOrd="0" presId="urn:diagrams.loki3.com/BracketList"/>
    <dgm:cxn modelId="{5FA0BC39-FF31-47C5-8AC6-8BA2C80E068C}" type="presParOf" srcId="{E9404870-B153-40EA-A86F-18D49361D4F1}" destId="{6CD674EF-B829-49E1-9F3F-B005209CE516}" srcOrd="2" destOrd="0" presId="urn:diagrams.loki3.com/BracketList"/>
    <dgm:cxn modelId="{C42B9EDF-FE36-4AE5-945C-E386D36B9323}" type="presParOf" srcId="{E9404870-B153-40EA-A86F-18D49361D4F1}" destId="{613510BC-DEA3-4A83-9504-389D3F39907C}" srcOrd="3" destOrd="0" presId="urn:diagrams.loki3.com/BracketList"/>
    <dgm:cxn modelId="{843A2683-FDB5-4C5E-93E0-351B2E637CD9}" type="presParOf" srcId="{8FC63B20-21CB-41E8-A51C-8683301EF997}" destId="{ED6A67E8-DEEB-497A-828D-363AFFCC4FD4}" srcOrd="3" destOrd="0" presId="urn:diagrams.loki3.com/BracketList"/>
    <dgm:cxn modelId="{309F9CD9-1039-46DA-AC25-221A21BC0018}" type="presParOf" srcId="{8FC63B20-21CB-41E8-A51C-8683301EF997}" destId="{42B641C6-59A8-47F9-8C1E-71B256DAF04D}" srcOrd="4" destOrd="0" presId="urn:diagrams.loki3.com/BracketList"/>
    <dgm:cxn modelId="{10E44975-A3A7-4F79-AD5F-E956E2DB53F3}" type="presParOf" srcId="{42B641C6-59A8-47F9-8C1E-71B256DAF04D}" destId="{10E02FA3-1632-4190-9761-2D5B1224B948}" srcOrd="0" destOrd="0" presId="urn:diagrams.loki3.com/BracketList"/>
    <dgm:cxn modelId="{0F319193-F1E8-4684-A499-3589C9AE5493}" type="presParOf" srcId="{42B641C6-59A8-47F9-8C1E-71B256DAF04D}" destId="{53EE5006-34AD-43F4-9204-F989CB5FC8B5}" srcOrd="1" destOrd="0" presId="urn:diagrams.loki3.com/BracketList"/>
    <dgm:cxn modelId="{39B73B21-0060-471D-A25D-0F72DEF6479C}" type="presParOf" srcId="{42B641C6-59A8-47F9-8C1E-71B256DAF04D}" destId="{5D8AE987-42B1-4FED-A414-91A3FD8C0C18}" srcOrd="2" destOrd="0" presId="urn:diagrams.loki3.com/BracketList"/>
    <dgm:cxn modelId="{F3DA460B-AF2A-4491-87ED-ED160CCCFB1D}" type="presParOf" srcId="{42B641C6-59A8-47F9-8C1E-71B256DAF04D}" destId="{298AB34A-CA39-4929-8D86-DF23EE67323C}" srcOrd="3" destOrd="0" presId="urn:diagrams.loki3.com/BracketList"/>
    <dgm:cxn modelId="{F660C655-11F0-40C8-8B55-DAA88C3FD5FD}" type="presParOf" srcId="{8FC63B20-21CB-41E8-A51C-8683301EF997}" destId="{784DA575-8EB1-487F-8BC0-030B650B46F0}" srcOrd="5" destOrd="0" presId="urn:diagrams.loki3.com/BracketList"/>
    <dgm:cxn modelId="{DA0F03FA-2C3A-4726-951B-0059CA69903A}" type="presParOf" srcId="{8FC63B20-21CB-41E8-A51C-8683301EF997}" destId="{36ED62AA-5549-4FDA-8CFC-3FDB25D05FFC}" srcOrd="6" destOrd="0" presId="urn:diagrams.loki3.com/BracketList"/>
    <dgm:cxn modelId="{093734C4-8170-4355-ACB9-C45FE3F5E126}" type="presParOf" srcId="{36ED62AA-5549-4FDA-8CFC-3FDB25D05FFC}" destId="{8C21A17F-6418-4EEB-93A0-23EF74527379}" srcOrd="0" destOrd="0" presId="urn:diagrams.loki3.com/BracketList"/>
    <dgm:cxn modelId="{376623BD-60AF-469D-AAB1-0BE9F145366C}" type="presParOf" srcId="{36ED62AA-5549-4FDA-8CFC-3FDB25D05FFC}" destId="{8D8D0383-D9C9-4E6C-ADDD-71BF0C38E133}" srcOrd="1" destOrd="0" presId="urn:diagrams.loki3.com/BracketList"/>
    <dgm:cxn modelId="{E086E581-979A-4242-9307-6BCDA7252BEB}" type="presParOf" srcId="{36ED62AA-5549-4FDA-8CFC-3FDB25D05FFC}" destId="{6F893360-B423-49E1-AA27-3BD204334A54}" srcOrd="2" destOrd="0" presId="urn:diagrams.loki3.com/BracketList"/>
    <dgm:cxn modelId="{3BFE53E2-6556-4C9F-948E-01F8468C30CF}" type="presParOf" srcId="{36ED62AA-5549-4FDA-8CFC-3FDB25D05FFC}" destId="{CC60888B-7EC1-44F4-8A75-C02E784F3CCC}"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1C50EB-B1CE-48D8-BB0E-61B460B1A354}"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IN"/>
        </a:p>
      </dgm:t>
    </dgm:pt>
    <dgm:pt modelId="{70BE2110-E843-4E62-B098-FC321410DA68}">
      <dgm:prSet phldrT="[Text]"/>
      <dgm:spPr/>
      <dgm:t>
        <a:bodyPr/>
        <a:lstStyle/>
        <a:p>
          <a:r>
            <a:rPr lang="en-US" dirty="0"/>
            <a:t>CO1</a:t>
          </a:r>
          <a:endParaRPr lang="en-IN" dirty="0"/>
        </a:p>
      </dgm:t>
    </dgm:pt>
    <dgm:pt modelId="{FB91FD05-1C1D-4B33-B21F-6CF0A4657DD3}" type="parTrans" cxnId="{95536E6A-13CE-48AD-ADB3-4E1AF4D7B96F}">
      <dgm:prSet/>
      <dgm:spPr/>
      <dgm:t>
        <a:bodyPr/>
        <a:lstStyle/>
        <a:p>
          <a:endParaRPr lang="en-IN"/>
        </a:p>
      </dgm:t>
    </dgm:pt>
    <dgm:pt modelId="{1C3A1A95-9018-48B2-B1BE-AD553FD9BF89}" type="sibTrans" cxnId="{95536E6A-13CE-48AD-ADB3-4E1AF4D7B96F}">
      <dgm:prSet/>
      <dgm:spPr/>
      <dgm:t>
        <a:bodyPr/>
        <a:lstStyle/>
        <a:p>
          <a:endParaRPr lang="en-IN"/>
        </a:p>
      </dgm:t>
    </dgm:pt>
    <dgm:pt modelId="{32DBDA2B-733C-4DCB-BB05-E48044D18B91}">
      <dgm:prSet phldrT="[Text]" custT="1"/>
      <dgm:spPr/>
      <dgm:t>
        <a:bodyPr/>
        <a:lstStyle/>
        <a:p>
          <a:r>
            <a:rPr lang="en-IN" sz="2800" dirty="0"/>
            <a:t>Infer the knowledge of basic data structures and their implementations </a:t>
          </a:r>
        </a:p>
      </dgm:t>
    </dgm:pt>
    <dgm:pt modelId="{A93CF151-5F2B-43E1-B0A5-D15DD9FFD8F5}" type="parTrans" cxnId="{477F6E24-B8E5-4CE5-B22E-1322293F28A9}">
      <dgm:prSet/>
      <dgm:spPr/>
      <dgm:t>
        <a:bodyPr/>
        <a:lstStyle/>
        <a:p>
          <a:endParaRPr lang="en-IN"/>
        </a:p>
      </dgm:t>
    </dgm:pt>
    <dgm:pt modelId="{45C14C7E-76E5-446D-B853-F80B3A3B8B6B}" type="sibTrans" cxnId="{477F6E24-B8E5-4CE5-B22E-1322293F28A9}">
      <dgm:prSet/>
      <dgm:spPr/>
      <dgm:t>
        <a:bodyPr/>
        <a:lstStyle/>
        <a:p>
          <a:endParaRPr lang="en-IN"/>
        </a:p>
      </dgm:t>
    </dgm:pt>
    <dgm:pt modelId="{891F57CC-F7AF-4E38-A054-1295A414F108}">
      <dgm:prSet phldrT="[Text]"/>
      <dgm:spPr/>
      <dgm:t>
        <a:bodyPr/>
        <a:lstStyle/>
        <a:p>
          <a:r>
            <a:rPr lang="en-US" dirty="0"/>
            <a:t>CO2</a:t>
          </a:r>
          <a:endParaRPr lang="en-IN" dirty="0"/>
        </a:p>
      </dgm:t>
    </dgm:pt>
    <dgm:pt modelId="{06D1F854-0475-4B1D-B38F-673F174DCCEF}" type="parTrans" cxnId="{1063524D-5B90-4925-AC93-2046AB8EADFD}">
      <dgm:prSet/>
      <dgm:spPr/>
      <dgm:t>
        <a:bodyPr/>
        <a:lstStyle/>
        <a:p>
          <a:endParaRPr lang="en-IN"/>
        </a:p>
      </dgm:t>
    </dgm:pt>
    <dgm:pt modelId="{9EC807AE-0884-44A6-B18A-644E1EE4F3FB}" type="sibTrans" cxnId="{1063524D-5B90-4925-AC93-2046AB8EADFD}">
      <dgm:prSet/>
      <dgm:spPr/>
      <dgm:t>
        <a:bodyPr/>
        <a:lstStyle/>
        <a:p>
          <a:endParaRPr lang="en-IN"/>
        </a:p>
      </dgm:t>
    </dgm:pt>
    <dgm:pt modelId="{E089BF1D-7270-4F17-A127-AF12DC82C42E}">
      <dgm:prSet phldrT="[Text]" custT="1"/>
      <dgm:spPr/>
      <dgm:t>
        <a:bodyPr/>
        <a:lstStyle/>
        <a:p>
          <a:r>
            <a:rPr lang="en-IN" sz="2800" dirty="0"/>
            <a:t>Ascertain the strength and weakness of different data structures</a:t>
          </a:r>
        </a:p>
      </dgm:t>
    </dgm:pt>
    <dgm:pt modelId="{D9E89567-1415-489F-B517-DBD0334E4E76}" type="parTrans" cxnId="{B7B592A9-C309-41B6-87B9-698E686AE738}">
      <dgm:prSet/>
      <dgm:spPr/>
      <dgm:t>
        <a:bodyPr/>
        <a:lstStyle/>
        <a:p>
          <a:endParaRPr lang="en-IN"/>
        </a:p>
      </dgm:t>
    </dgm:pt>
    <dgm:pt modelId="{2E2C6CA3-BE5E-4042-BB95-F8FAA5FEA010}" type="sibTrans" cxnId="{B7B592A9-C309-41B6-87B9-698E686AE738}">
      <dgm:prSet/>
      <dgm:spPr/>
      <dgm:t>
        <a:bodyPr/>
        <a:lstStyle/>
        <a:p>
          <a:endParaRPr lang="en-IN"/>
        </a:p>
      </dgm:t>
    </dgm:pt>
    <dgm:pt modelId="{152357CF-4359-4A41-B128-8928C10DC95C}">
      <dgm:prSet phldrT="[Text]"/>
      <dgm:spPr/>
      <dgm:t>
        <a:bodyPr/>
        <a:lstStyle/>
        <a:p>
          <a:r>
            <a:rPr lang="en-US" dirty="0"/>
            <a:t>CO3</a:t>
          </a:r>
          <a:endParaRPr lang="en-IN" dirty="0"/>
        </a:p>
      </dgm:t>
    </dgm:pt>
    <dgm:pt modelId="{306DC307-C3E1-4442-ADBC-8BC663D81692}" type="parTrans" cxnId="{92906A2E-EAF3-4228-B19F-48D2AB02EF96}">
      <dgm:prSet/>
      <dgm:spPr/>
      <dgm:t>
        <a:bodyPr/>
        <a:lstStyle/>
        <a:p>
          <a:endParaRPr lang="en-IN"/>
        </a:p>
      </dgm:t>
    </dgm:pt>
    <dgm:pt modelId="{81227CE8-0487-4C29-97B6-562021FD249C}" type="sibTrans" cxnId="{92906A2E-EAF3-4228-B19F-48D2AB02EF96}">
      <dgm:prSet/>
      <dgm:spPr/>
      <dgm:t>
        <a:bodyPr/>
        <a:lstStyle/>
        <a:p>
          <a:endParaRPr lang="en-IN"/>
        </a:p>
      </dgm:t>
    </dgm:pt>
    <dgm:pt modelId="{A2B7932F-CDBC-4DF7-8E5B-4A76F907A618}">
      <dgm:prSet phldrT="[Text]" custT="1"/>
      <dgm:spPr/>
      <dgm:t>
        <a:bodyPr/>
        <a:lstStyle/>
        <a:p>
          <a:r>
            <a:rPr lang="en-IN" sz="2800" dirty="0"/>
            <a:t>Figure out the algorithmic complexity of simple, non-recursive programs</a:t>
          </a:r>
        </a:p>
      </dgm:t>
    </dgm:pt>
    <dgm:pt modelId="{A1BA9784-3801-4D42-A797-7F02E67B29A2}" type="parTrans" cxnId="{10D7314F-8699-4EBB-9CCD-034BC49A282A}">
      <dgm:prSet/>
      <dgm:spPr/>
      <dgm:t>
        <a:bodyPr/>
        <a:lstStyle/>
        <a:p>
          <a:endParaRPr lang="en-IN"/>
        </a:p>
      </dgm:t>
    </dgm:pt>
    <dgm:pt modelId="{D1B93CB6-5FD0-4205-9390-78942BA0A873}" type="sibTrans" cxnId="{10D7314F-8699-4EBB-9CCD-034BC49A282A}">
      <dgm:prSet/>
      <dgm:spPr/>
      <dgm:t>
        <a:bodyPr/>
        <a:lstStyle/>
        <a:p>
          <a:endParaRPr lang="en-IN"/>
        </a:p>
      </dgm:t>
    </dgm:pt>
    <dgm:pt modelId="{C477C0D4-8CD3-4271-907E-7D1A654BF862}">
      <dgm:prSet phldrT="[Text]"/>
      <dgm:spPr/>
      <dgm:t>
        <a:bodyPr/>
        <a:lstStyle/>
        <a:p>
          <a:r>
            <a:rPr lang="en-US" dirty="0"/>
            <a:t>CO4</a:t>
          </a:r>
          <a:endParaRPr lang="en-IN" dirty="0"/>
        </a:p>
      </dgm:t>
    </dgm:pt>
    <dgm:pt modelId="{9B4E33CC-3940-450E-A94F-E65C3518B3F0}" type="parTrans" cxnId="{5C1F0731-A790-405B-B166-E8A739298006}">
      <dgm:prSet/>
      <dgm:spPr/>
      <dgm:t>
        <a:bodyPr/>
        <a:lstStyle/>
        <a:p>
          <a:endParaRPr lang="en-IN"/>
        </a:p>
      </dgm:t>
    </dgm:pt>
    <dgm:pt modelId="{732C6E55-A30A-4901-8C2F-022226835893}" type="sibTrans" cxnId="{5C1F0731-A790-405B-B166-E8A739298006}">
      <dgm:prSet/>
      <dgm:spPr/>
      <dgm:t>
        <a:bodyPr/>
        <a:lstStyle/>
        <a:p>
          <a:endParaRPr lang="en-IN"/>
        </a:p>
      </dgm:t>
    </dgm:pt>
    <dgm:pt modelId="{A65CE59B-B83F-4A45-832A-FE8C3B694DF3}">
      <dgm:prSet phldrT="[Text]"/>
      <dgm:spPr/>
      <dgm:t>
        <a:bodyPr/>
        <a:lstStyle/>
        <a:p>
          <a:r>
            <a:rPr lang="en-US"/>
            <a:t>CO5</a:t>
          </a:r>
          <a:endParaRPr lang="en-IN" dirty="0"/>
        </a:p>
      </dgm:t>
    </dgm:pt>
    <dgm:pt modelId="{B2A3DAC4-FED9-427B-9752-E3C4A5789E60}" type="parTrans" cxnId="{3E1FF6F3-5151-4A8D-BCA0-197083FA007F}">
      <dgm:prSet/>
      <dgm:spPr/>
      <dgm:t>
        <a:bodyPr/>
        <a:lstStyle/>
        <a:p>
          <a:endParaRPr lang="en-IN"/>
        </a:p>
      </dgm:t>
    </dgm:pt>
    <dgm:pt modelId="{D6E82F55-060A-418B-BAE6-BCEA7D5EE58C}" type="sibTrans" cxnId="{3E1FF6F3-5151-4A8D-BCA0-197083FA007F}">
      <dgm:prSet/>
      <dgm:spPr/>
      <dgm:t>
        <a:bodyPr/>
        <a:lstStyle/>
        <a:p>
          <a:endParaRPr lang="en-IN"/>
        </a:p>
      </dgm:t>
    </dgm:pt>
    <dgm:pt modelId="{97151D44-6D1F-481C-87DE-0F179F64631F}">
      <dgm:prSet custT="1"/>
      <dgm:spPr/>
      <dgm:t>
        <a:bodyPr/>
        <a:lstStyle/>
        <a:p>
          <a:r>
            <a:rPr lang="en-IN" sz="2800" dirty="0"/>
            <a:t>Develop novel solutions to small scale programming challenges involving data structures and recursion</a:t>
          </a:r>
        </a:p>
      </dgm:t>
    </dgm:pt>
    <dgm:pt modelId="{E461E33C-A23D-4044-95E1-85F176B41C03}" type="parTrans" cxnId="{85EAD643-C74B-4AD9-926D-ED39AE76F03D}">
      <dgm:prSet/>
      <dgm:spPr/>
      <dgm:t>
        <a:bodyPr/>
        <a:lstStyle/>
        <a:p>
          <a:endParaRPr lang="en-IN"/>
        </a:p>
      </dgm:t>
    </dgm:pt>
    <dgm:pt modelId="{8F26B721-CC6A-47C4-AEA0-28E22397C47A}" type="sibTrans" cxnId="{85EAD643-C74B-4AD9-926D-ED39AE76F03D}">
      <dgm:prSet/>
      <dgm:spPr/>
      <dgm:t>
        <a:bodyPr/>
        <a:lstStyle/>
        <a:p>
          <a:endParaRPr lang="en-IN"/>
        </a:p>
      </dgm:t>
    </dgm:pt>
    <dgm:pt modelId="{46C32FDD-9FE2-49A4-9D7D-224BB020ABDE}">
      <dgm:prSet custT="1"/>
      <dgm:spPr/>
      <dgm:t>
        <a:bodyPr/>
        <a:lstStyle/>
        <a:p>
          <a:r>
            <a:rPr lang="en-IN" sz="2800" dirty="0"/>
            <a:t>Select sensibly appropriate data structures and algorithms for problems and to justify that choice</a:t>
          </a:r>
        </a:p>
      </dgm:t>
    </dgm:pt>
    <dgm:pt modelId="{BA26CA30-389E-4561-9759-030A6B1C9241}" type="parTrans" cxnId="{855E8757-C06B-41E9-AA91-0DD81E260724}">
      <dgm:prSet/>
      <dgm:spPr/>
      <dgm:t>
        <a:bodyPr/>
        <a:lstStyle/>
        <a:p>
          <a:endParaRPr lang="en-IN"/>
        </a:p>
      </dgm:t>
    </dgm:pt>
    <dgm:pt modelId="{48F15055-2F08-432A-A40D-82AD2F7B6FB1}" type="sibTrans" cxnId="{855E8757-C06B-41E9-AA91-0DD81E260724}">
      <dgm:prSet/>
      <dgm:spPr/>
      <dgm:t>
        <a:bodyPr/>
        <a:lstStyle/>
        <a:p>
          <a:endParaRPr lang="en-IN"/>
        </a:p>
      </dgm:t>
    </dgm:pt>
    <dgm:pt modelId="{F3496602-85A6-4AFE-A986-9C60AFA65B6A}" type="pres">
      <dgm:prSet presAssocID="{921C50EB-B1CE-48D8-BB0E-61B460B1A354}" presName="linearFlow" presStyleCnt="0">
        <dgm:presLayoutVars>
          <dgm:dir/>
          <dgm:animLvl val="lvl"/>
          <dgm:resizeHandles val="exact"/>
        </dgm:presLayoutVars>
      </dgm:prSet>
      <dgm:spPr/>
    </dgm:pt>
    <dgm:pt modelId="{578CAE8E-311E-499C-A2D4-D618743915CC}" type="pres">
      <dgm:prSet presAssocID="{70BE2110-E843-4E62-B098-FC321410DA68}" presName="composite" presStyleCnt="0"/>
      <dgm:spPr/>
    </dgm:pt>
    <dgm:pt modelId="{0764F693-9BE3-4579-8128-350F4B582163}" type="pres">
      <dgm:prSet presAssocID="{70BE2110-E843-4E62-B098-FC321410DA68}" presName="parentText" presStyleLbl="alignNode1" presStyleIdx="0" presStyleCnt="5">
        <dgm:presLayoutVars>
          <dgm:chMax val="1"/>
          <dgm:bulletEnabled val="1"/>
        </dgm:presLayoutVars>
      </dgm:prSet>
      <dgm:spPr/>
    </dgm:pt>
    <dgm:pt modelId="{D858219E-7E91-4055-B39C-6CA7F35A9A8D}" type="pres">
      <dgm:prSet presAssocID="{70BE2110-E843-4E62-B098-FC321410DA68}" presName="descendantText" presStyleLbl="alignAcc1" presStyleIdx="0" presStyleCnt="5">
        <dgm:presLayoutVars>
          <dgm:bulletEnabled val="1"/>
        </dgm:presLayoutVars>
      </dgm:prSet>
      <dgm:spPr/>
    </dgm:pt>
    <dgm:pt modelId="{87CDE912-F4EB-4440-9C0E-85A404F4102C}" type="pres">
      <dgm:prSet presAssocID="{1C3A1A95-9018-48B2-B1BE-AD553FD9BF89}" presName="sp" presStyleCnt="0"/>
      <dgm:spPr/>
    </dgm:pt>
    <dgm:pt modelId="{2E434BF6-83E8-44E7-A1D3-498C966338AC}" type="pres">
      <dgm:prSet presAssocID="{891F57CC-F7AF-4E38-A054-1295A414F108}" presName="composite" presStyleCnt="0"/>
      <dgm:spPr/>
    </dgm:pt>
    <dgm:pt modelId="{1C9E669B-D9D9-4F45-B3F5-158DD71C0494}" type="pres">
      <dgm:prSet presAssocID="{891F57CC-F7AF-4E38-A054-1295A414F108}" presName="parentText" presStyleLbl="alignNode1" presStyleIdx="1" presStyleCnt="5">
        <dgm:presLayoutVars>
          <dgm:chMax val="1"/>
          <dgm:bulletEnabled val="1"/>
        </dgm:presLayoutVars>
      </dgm:prSet>
      <dgm:spPr/>
    </dgm:pt>
    <dgm:pt modelId="{A6393328-291F-44B1-81BC-5E01C1EE7EED}" type="pres">
      <dgm:prSet presAssocID="{891F57CC-F7AF-4E38-A054-1295A414F108}" presName="descendantText" presStyleLbl="alignAcc1" presStyleIdx="1" presStyleCnt="5">
        <dgm:presLayoutVars>
          <dgm:bulletEnabled val="1"/>
        </dgm:presLayoutVars>
      </dgm:prSet>
      <dgm:spPr/>
    </dgm:pt>
    <dgm:pt modelId="{EA375D79-5FEE-45AA-A168-E374D04646BC}" type="pres">
      <dgm:prSet presAssocID="{9EC807AE-0884-44A6-B18A-644E1EE4F3FB}" presName="sp" presStyleCnt="0"/>
      <dgm:spPr/>
    </dgm:pt>
    <dgm:pt modelId="{38DA2BEC-C761-4428-A76C-953F16362E0B}" type="pres">
      <dgm:prSet presAssocID="{152357CF-4359-4A41-B128-8928C10DC95C}" presName="composite" presStyleCnt="0"/>
      <dgm:spPr/>
    </dgm:pt>
    <dgm:pt modelId="{69E98B76-4531-48C9-AF24-66507705F37C}" type="pres">
      <dgm:prSet presAssocID="{152357CF-4359-4A41-B128-8928C10DC95C}" presName="parentText" presStyleLbl="alignNode1" presStyleIdx="2" presStyleCnt="5">
        <dgm:presLayoutVars>
          <dgm:chMax val="1"/>
          <dgm:bulletEnabled val="1"/>
        </dgm:presLayoutVars>
      </dgm:prSet>
      <dgm:spPr/>
    </dgm:pt>
    <dgm:pt modelId="{04DD9A6B-6C90-4F6B-92E5-5E820D79DBCC}" type="pres">
      <dgm:prSet presAssocID="{152357CF-4359-4A41-B128-8928C10DC95C}" presName="descendantText" presStyleLbl="alignAcc1" presStyleIdx="2" presStyleCnt="5">
        <dgm:presLayoutVars>
          <dgm:bulletEnabled val="1"/>
        </dgm:presLayoutVars>
      </dgm:prSet>
      <dgm:spPr/>
    </dgm:pt>
    <dgm:pt modelId="{8408E7C6-984F-409E-AF2D-B71F7D85520B}" type="pres">
      <dgm:prSet presAssocID="{81227CE8-0487-4C29-97B6-562021FD249C}" presName="sp" presStyleCnt="0"/>
      <dgm:spPr/>
    </dgm:pt>
    <dgm:pt modelId="{CDF5FD62-5413-42E5-878B-80129222E85B}" type="pres">
      <dgm:prSet presAssocID="{C477C0D4-8CD3-4271-907E-7D1A654BF862}" presName="composite" presStyleCnt="0"/>
      <dgm:spPr/>
    </dgm:pt>
    <dgm:pt modelId="{B442E2D8-BD52-46A6-936C-6F97AE91F24E}" type="pres">
      <dgm:prSet presAssocID="{C477C0D4-8CD3-4271-907E-7D1A654BF862}" presName="parentText" presStyleLbl="alignNode1" presStyleIdx="3" presStyleCnt="5">
        <dgm:presLayoutVars>
          <dgm:chMax val="1"/>
          <dgm:bulletEnabled val="1"/>
        </dgm:presLayoutVars>
      </dgm:prSet>
      <dgm:spPr/>
    </dgm:pt>
    <dgm:pt modelId="{110405E0-B5C1-4B7A-B5F8-50738F8705AD}" type="pres">
      <dgm:prSet presAssocID="{C477C0D4-8CD3-4271-907E-7D1A654BF862}" presName="descendantText" presStyleLbl="alignAcc1" presStyleIdx="3" presStyleCnt="5">
        <dgm:presLayoutVars>
          <dgm:bulletEnabled val="1"/>
        </dgm:presLayoutVars>
      </dgm:prSet>
      <dgm:spPr/>
    </dgm:pt>
    <dgm:pt modelId="{6C19B8BE-8018-430B-8224-CC96A61B9622}" type="pres">
      <dgm:prSet presAssocID="{732C6E55-A30A-4901-8C2F-022226835893}" presName="sp" presStyleCnt="0"/>
      <dgm:spPr/>
    </dgm:pt>
    <dgm:pt modelId="{B6257EDB-2670-404D-8EF4-DC6633A1B439}" type="pres">
      <dgm:prSet presAssocID="{A65CE59B-B83F-4A45-832A-FE8C3B694DF3}" presName="composite" presStyleCnt="0"/>
      <dgm:spPr/>
    </dgm:pt>
    <dgm:pt modelId="{0E660212-5C16-4506-8CEA-D3BA55EE07BC}" type="pres">
      <dgm:prSet presAssocID="{A65CE59B-B83F-4A45-832A-FE8C3B694DF3}" presName="parentText" presStyleLbl="alignNode1" presStyleIdx="4" presStyleCnt="5">
        <dgm:presLayoutVars>
          <dgm:chMax val="1"/>
          <dgm:bulletEnabled val="1"/>
        </dgm:presLayoutVars>
      </dgm:prSet>
      <dgm:spPr/>
    </dgm:pt>
    <dgm:pt modelId="{CC75B48C-562A-4676-B463-2891C6F6194B}" type="pres">
      <dgm:prSet presAssocID="{A65CE59B-B83F-4A45-832A-FE8C3B694DF3}" presName="descendantText" presStyleLbl="alignAcc1" presStyleIdx="4" presStyleCnt="5">
        <dgm:presLayoutVars>
          <dgm:bulletEnabled val="1"/>
        </dgm:presLayoutVars>
      </dgm:prSet>
      <dgm:spPr/>
    </dgm:pt>
  </dgm:ptLst>
  <dgm:cxnLst>
    <dgm:cxn modelId="{12DB320A-5C0C-405D-BDFE-23E2182F9A41}" type="presOf" srcId="{A2B7932F-CDBC-4DF7-8E5B-4A76F907A618}" destId="{04DD9A6B-6C90-4F6B-92E5-5E820D79DBCC}" srcOrd="0" destOrd="0" presId="urn:microsoft.com/office/officeart/2005/8/layout/chevron2"/>
    <dgm:cxn modelId="{28CCD71B-6B9C-4858-B7E5-0F2F9CAF6B24}" type="presOf" srcId="{46C32FDD-9FE2-49A4-9D7D-224BB020ABDE}" destId="{CC75B48C-562A-4676-B463-2891C6F6194B}" srcOrd="0" destOrd="0" presId="urn:microsoft.com/office/officeart/2005/8/layout/chevron2"/>
    <dgm:cxn modelId="{477F6E24-B8E5-4CE5-B22E-1322293F28A9}" srcId="{70BE2110-E843-4E62-B098-FC321410DA68}" destId="{32DBDA2B-733C-4DCB-BB05-E48044D18B91}" srcOrd="0" destOrd="0" parTransId="{A93CF151-5F2B-43E1-B0A5-D15DD9FFD8F5}" sibTransId="{45C14C7E-76E5-446D-B853-F80B3A3B8B6B}"/>
    <dgm:cxn modelId="{92906A2E-EAF3-4228-B19F-48D2AB02EF96}" srcId="{921C50EB-B1CE-48D8-BB0E-61B460B1A354}" destId="{152357CF-4359-4A41-B128-8928C10DC95C}" srcOrd="2" destOrd="0" parTransId="{306DC307-C3E1-4442-ADBC-8BC663D81692}" sibTransId="{81227CE8-0487-4C29-97B6-562021FD249C}"/>
    <dgm:cxn modelId="{5C1F0731-A790-405B-B166-E8A739298006}" srcId="{921C50EB-B1CE-48D8-BB0E-61B460B1A354}" destId="{C477C0D4-8CD3-4271-907E-7D1A654BF862}" srcOrd="3" destOrd="0" parTransId="{9B4E33CC-3940-450E-A94F-E65C3518B3F0}" sibTransId="{732C6E55-A30A-4901-8C2F-022226835893}"/>
    <dgm:cxn modelId="{B0B7A443-F1B9-4C85-AF23-D32A43E739AB}" type="presOf" srcId="{A65CE59B-B83F-4A45-832A-FE8C3B694DF3}" destId="{0E660212-5C16-4506-8CEA-D3BA55EE07BC}" srcOrd="0" destOrd="0" presId="urn:microsoft.com/office/officeart/2005/8/layout/chevron2"/>
    <dgm:cxn modelId="{85EAD643-C74B-4AD9-926D-ED39AE76F03D}" srcId="{C477C0D4-8CD3-4271-907E-7D1A654BF862}" destId="{97151D44-6D1F-481C-87DE-0F179F64631F}" srcOrd="0" destOrd="0" parTransId="{E461E33C-A23D-4044-95E1-85F176B41C03}" sibTransId="{8F26B721-CC6A-47C4-AEA0-28E22397C47A}"/>
    <dgm:cxn modelId="{95536E6A-13CE-48AD-ADB3-4E1AF4D7B96F}" srcId="{921C50EB-B1CE-48D8-BB0E-61B460B1A354}" destId="{70BE2110-E843-4E62-B098-FC321410DA68}" srcOrd="0" destOrd="0" parTransId="{FB91FD05-1C1D-4B33-B21F-6CF0A4657DD3}" sibTransId="{1C3A1A95-9018-48B2-B1BE-AD553FD9BF89}"/>
    <dgm:cxn modelId="{1063524D-5B90-4925-AC93-2046AB8EADFD}" srcId="{921C50EB-B1CE-48D8-BB0E-61B460B1A354}" destId="{891F57CC-F7AF-4E38-A054-1295A414F108}" srcOrd="1" destOrd="0" parTransId="{06D1F854-0475-4B1D-B38F-673F174DCCEF}" sibTransId="{9EC807AE-0884-44A6-B18A-644E1EE4F3FB}"/>
    <dgm:cxn modelId="{10D7314F-8699-4EBB-9CCD-034BC49A282A}" srcId="{152357CF-4359-4A41-B128-8928C10DC95C}" destId="{A2B7932F-CDBC-4DF7-8E5B-4A76F907A618}" srcOrd="0" destOrd="0" parTransId="{A1BA9784-3801-4D42-A797-7F02E67B29A2}" sibTransId="{D1B93CB6-5FD0-4205-9390-78942BA0A873}"/>
    <dgm:cxn modelId="{67739251-BD47-44E1-8924-6978ACCC5610}" type="presOf" srcId="{152357CF-4359-4A41-B128-8928C10DC95C}" destId="{69E98B76-4531-48C9-AF24-66507705F37C}" srcOrd="0" destOrd="0" presId="urn:microsoft.com/office/officeart/2005/8/layout/chevron2"/>
    <dgm:cxn modelId="{E200B074-066C-40DC-986C-55CCDEA525BE}" type="presOf" srcId="{891F57CC-F7AF-4E38-A054-1295A414F108}" destId="{1C9E669B-D9D9-4F45-B3F5-158DD71C0494}" srcOrd="0" destOrd="0" presId="urn:microsoft.com/office/officeart/2005/8/layout/chevron2"/>
    <dgm:cxn modelId="{855E8757-C06B-41E9-AA91-0DD81E260724}" srcId="{A65CE59B-B83F-4A45-832A-FE8C3B694DF3}" destId="{46C32FDD-9FE2-49A4-9D7D-224BB020ABDE}" srcOrd="0" destOrd="0" parTransId="{BA26CA30-389E-4561-9759-030A6B1C9241}" sibTransId="{48F15055-2F08-432A-A40D-82AD2F7B6FB1}"/>
    <dgm:cxn modelId="{CADCBC8F-3C54-4096-B73B-1B869BA62983}" type="presOf" srcId="{C477C0D4-8CD3-4271-907E-7D1A654BF862}" destId="{B442E2D8-BD52-46A6-936C-6F97AE91F24E}" srcOrd="0" destOrd="0" presId="urn:microsoft.com/office/officeart/2005/8/layout/chevron2"/>
    <dgm:cxn modelId="{F4A17B91-4BA2-4DBF-BE7C-BBEEF19D6CEB}" type="presOf" srcId="{32DBDA2B-733C-4DCB-BB05-E48044D18B91}" destId="{D858219E-7E91-4055-B39C-6CA7F35A9A8D}" srcOrd="0" destOrd="0" presId="urn:microsoft.com/office/officeart/2005/8/layout/chevron2"/>
    <dgm:cxn modelId="{1F08B49B-CC15-45C1-B1E0-6FF5B8DB21BE}" type="presOf" srcId="{921C50EB-B1CE-48D8-BB0E-61B460B1A354}" destId="{F3496602-85A6-4AFE-A986-9C60AFA65B6A}" srcOrd="0" destOrd="0" presId="urn:microsoft.com/office/officeart/2005/8/layout/chevron2"/>
    <dgm:cxn modelId="{27811EA0-1092-4ACE-A589-6F8C77A69433}" type="presOf" srcId="{E089BF1D-7270-4F17-A127-AF12DC82C42E}" destId="{A6393328-291F-44B1-81BC-5E01C1EE7EED}" srcOrd="0" destOrd="0" presId="urn:microsoft.com/office/officeart/2005/8/layout/chevron2"/>
    <dgm:cxn modelId="{B7B592A9-C309-41B6-87B9-698E686AE738}" srcId="{891F57CC-F7AF-4E38-A054-1295A414F108}" destId="{E089BF1D-7270-4F17-A127-AF12DC82C42E}" srcOrd="0" destOrd="0" parTransId="{D9E89567-1415-489F-B517-DBD0334E4E76}" sibTransId="{2E2C6CA3-BE5E-4042-BB95-F8FAA5FEA010}"/>
    <dgm:cxn modelId="{2E7470B7-0347-4943-9016-4CFC8B000890}" type="presOf" srcId="{97151D44-6D1F-481C-87DE-0F179F64631F}" destId="{110405E0-B5C1-4B7A-B5F8-50738F8705AD}" srcOrd="0" destOrd="0" presId="urn:microsoft.com/office/officeart/2005/8/layout/chevron2"/>
    <dgm:cxn modelId="{BA5633C7-FC67-4BB0-BE8D-5BAFFF96FA2A}" type="presOf" srcId="{70BE2110-E843-4E62-B098-FC321410DA68}" destId="{0764F693-9BE3-4579-8128-350F4B582163}" srcOrd="0" destOrd="0" presId="urn:microsoft.com/office/officeart/2005/8/layout/chevron2"/>
    <dgm:cxn modelId="{3E1FF6F3-5151-4A8D-BCA0-197083FA007F}" srcId="{921C50EB-B1CE-48D8-BB0E-61B460B1A354}" destId="{A65CE59B-B83F-4A45-832A-FE8C3B694DF3}" srcOrd="4" destOrd="0" parTransId="{B2A3DAC4-FED9-427B-9752-E3C4A5789E60}" sibTransId="{D6E82F55-060A-418B-BAE6-BCEA7D5EE58C}"/>
    <dgm:cxn modelId="{1D526EA2-AC8D-45C3-8E00-DD06A0D38BF5}" type="presParOf" srcId="{F3496602-85A6-4AFE-A986-9C60AFA65B6A}" destId="{578CAE8E-311E-499C-A2D4-D618743915CC}" srcOrd="0" destOrd="0" presId="urn:microsoft.com/office/officeart/2005/8/layout/chevron2"/>
    <dgm:cxn modelId="{B414D108-1423-4BF4-8EC0-2C28F5B9C084}" type="presParOf" srcId="{578CAE8E-311E-499C-A2D4-D618743915CC}" destId="{0764F693-9BE3-4579-8128-350F4B582163}" srcOrd="0" destOrd="0" presId="urn:microsoft.com/office/officeart/2005/8/layout/chevron2"/>
    <dgm:cxn modelId="{1E3F22F0-B279-4ED7-BCCE-1640930F10F0}" type="presParOf" srcId="{578CAE8E-311E-499C-A2D4-D618743915CC}" destId="{D858219E-7E91-4055-B39C-6CA7F35A9A8D}" srcOrd="1" destOrd="0" presId="urn:microsoft.com/office/officeart/2005/8/layout/chevron2"/>
    <dgm:cxn modelId="{8EFD125D-33AA-4498-8FD2-7A61DA45DFC9}" type="presParOf" srcId="{F3496602-85A6-4AFE-A986-9C60AFA65B6A}" destId="{87CDE912-F4EB-4440-9C0E-85A404F4102C}" srcOrd="1" destOrd="0" presId="urn:microsoft.com/office/officeart/2005/8/layout/chevron2"/>
    <dgm:cxn modelId="{BFD1322E-4CE4-4C84-8A17-2C7F48C9EE72}" type="presParOf" srcId="{F3496602-85A6-4AFE-A986-9C60AFA65B6A}" destId="{2E434BF6-83E8-44E7-A1D3-498C966338AC}" srcOrd="2" destOrd="0" presId="urn:microsoft.com/office/officeart/2005/8/layout/chevron2"/>
    <dgm:cxn modelId="{8AF00B43-668C-46BB-9D52-147B1B29F406}" type="presParOf" srcId="{2E434BF6-83E8-44E7-A1D3-498C966338AC}" destId="{1C9E669B-D9D9-4F45-B3F5-158DD71C0494}" srcOrd="0" destOrd="0" presId="urn:microsoft.com/office/officeart/2005/8/layout/chevron2"/>
    <dgm:cxn modelId="{5A73B31F-8D95-455B-8806-2516B56706A3}" type="presParOf" srcId="{2E434BF6-83E8-44E7-A1D3-498C966338AC}" destId="{A6393328-291F-44B1-81BC-5E01C1EE7EED}" srcOrd="1" destOrd="0" presId="urn:microsoft.com/office/officeart/2005/8/layout/chevron2"/>
    <dgm:cxn modelId="{4C0DD4AE-45C0-4325-9FCA-488D0F1F2D99}" type="presParOf" srcId="{F3496602-85A6-4AFE-A986-9C60AFA65B6A}" destId="{EA375D79-5FEE-45AA-A168-E374D04646BC}" srcOrd="3" destOrd="0" presId="urn:microsoft.com/office/officeart/2005/8/layout/chevron2"/>
    <dgm:cxn modelId="{B60E7D79-A5CA-43BD-B6E7-D4D1E2D25F3F}" type="presParOf" srcId="{F3496602-85A6-4AFE-A986-9C60AFA65B6A}" destId="{38DA2BEC-C761-4428-A76C-953F16362E0B}" srcOrd="4" destOrd="0" presId="urn:microsoft.com/office/officeart/2005/8/layout/chevron2"/>
    <dgm:cxn modelId="{3900FED3-0C72-4A61-8696-0A1196956DD6}" type="presParOf" srcId="{38DA2BEC-C761-4428-A76C-953F16362E0B}" destId="{69E98B76-4531-48C9-AF24-66507705F37C}" srcOrd="0" destOrd="0" presId="urn:microsoft.com/office/officeart/2005/8/layout/chevron2"/>
    <dgm:cxn modelId="{9F4DBC2D-1AE5-42CE-88F9-57BDE3F83EAC}" type="presParOf" srcId="{38DA2BEC-C761-4428-A76C-953F16362E0B}" destId="{04DD9A6B-6C90-4F6B-92E5-5E820D79DBCC}" srcOrd="1" destOrd="0" presId="urn:microsoft.com/office/officeart/2005/8/layout/chevron2"/>
    <dgm:cxn modelId="{28C58D8E-6FA9-469F-84C9-CA4FAC604EC8}" type="presParOf" srcId="{F3496602-85A6-4AFE-A986-9C60AFA65B6A}" destId="{8408E7C6-984F-409E-AF2D-B71F7D85520B}" srcOrd="5" destOrd="0" presId="urn:microsoft.com/office/officeart/2005/8/layout/chevron2"/>
    <dgm:cxn modelId="{B1A6DAC5-2E15-43B6-9A97-9F29BD1AF43F}" type="presParOf" srcId="{F3496602-85A6-4AFE-A986-9C60AFA65B6A}" destId="{CDF5FD62-5413-42E5-878B-80129222E85B}" srcOrd="6" destOrd="0" presId="urn:microsoft.com/office/officeart/2005/8/layout/chevron2"/>
    <dgm:cxn modelId="{92D5C288-7534-4A24-8A8F-8D53BEC2275E}" type="presParOf" srcId="{CDF5FD62-5413-42E5-878B-80129222E85B}" destId="{B442E2D8-BD52-46A6-936C-6F97AE91F24E}" srcOrd="0" destOrd="0" presId="urn:microsoft.com/office/officeart/2005/8/layout/chevron2"/>
    <dgm:cxn modelId="{0B365CBF-5967-4B16-AFE9-6A845201D368}" type="presParOf" srcId="{CDF5FD62-5413-42E5-878B-80129222E85B}" destId="{110405E0-B5C1-4B7A-B5F8-50738F8705AD}" srcOrd="1" destOrd="0" presId="urn:microsoft.com/office/officeart/2005/8/layout/chevron2"/>
    <dgm:cxn modelId="{825B45C4-A39A-45D0-B715-717026E1A8F2}" type="presParOf" srcId="{F3496602-85A6-4AFE-A986-9C60AFA65B6A}" destId="{6C19B8BE-8018-430B-8224-CC96A61B9622}" srcOrd="7" destOrd="0" presId="urn:microsoft.com/office/officeart/2005/8/layout/chevron2"/>
    <dgm:cxn modelId="{65BC07B5-D694-4E94-A5AF-0382865F26B7}" type="presParOf" srcId="{F3496602-85A6-4AFE-A986-9C60AFA65B6A}" destId="{B6257EDB-2670-404D-8EF4-DC6633A1B439}" srcOrd="8" destOrd="0" presId="urn:microsoft.com/office/officeart/2005/8/layout/chevron2"/>
    <dgm:cxn modelId="{EA742E5C-F16F-440A-9BEC-8D7959393820}" type="presParOf" srcId="{B6257EDB-2670-404D-8EF4-DC6633A1B439}" destId="{0E660212-5C16-4506-8CEA-D3BA55EE07BC}" srcOrd="0" destOrd="0" presId="urn:microsoft.com/office/officeart/2005/8/layout/chevron2"/>
    <dgm:cxn modelId="{7DF95A45-912E-4C80-90D2-A2D6611420F2}" type="presParOf" srcId="{B6257EDB-2670-404D-8EF4-DC6633A1B439}" destId="{CC75B48C-562A-4676-B463-2891C6F6194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2D48FBF-6313-4EFA-9801-0B0CFE246F0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6D9E1C98-3511-4781-9F29-05D11E4B94A1}">
      <dgm:prSet phldrT="[Text]"/>
      <dgm:spPr/>
      <dgm:t>
        <a:bodyPr/>
        <a:lstStyle/>
        <a:p>
          <a:r>
            <a:rPr lang="en-US" dirty="0"/>
            <a:t>Easy way of organizing, retrieving, managing, and storing data.</a:t>
          </a:r>
          <a:endParaRPr lang="en-IN" dirty="0"/>
        </a:p>
      </dgm:t>
    </dgm:pt>
    <dgm:pt modelId="{74CDD1E5-6394-410E-8F35-BD75E569634E}" type="parTrans" cxnId="{7528C503-0E1D-4501-91A1-5351F3D17906}">
      <dgm:prSet/>
      <dgm:spPr/>
      <dgm:t>
        <a:bodyPr/>
        <a:lstStyle/>
        <a:p>
          <a:endParaRPr lang="en-IN"/>
        </a:p>
      </dgm:t>
    </dgm:pt>
    <dgm:pt modelId="{9C8016CE-B7DA-4F22-A5FA-EBFE3BB06AE1}" type="sibTrans" cxnId="{7528C503-0E1D-4501-91A1-5351F3D17906}">
      <dgm:prSet/>
      <dgm:spPr/>
      <dgm:t>
        <a:bodyPr/>
        <a:lstStyle/>
        <a:p>
          <a:endParaRPr lang="en-IN"/>
        </a:p>
      </dgm:t>
    </dgm:pt>
    <dgm:pt modelId="{8E719B2D-7AC1-4365-B761-391D19B93319}">
      <dgm:prSet phldrT="[Text]"/>
      <dgm:spPr/>
      <dgm:t>
        <a:bodyPr/>
        <a:lstStyle/>
        <a:p>
          <a:r>
            <a:rPr lang="en-US" dirty="0"/>
            <a:t>Requires less time</a:t>
          </a:r>
          <a:endParaRPr lang="en-IN" dirty="0"/>
        </a:p>
      </dgm:t>
    </dgm:pt>
    <dgm:pt modelId="{C88D7F04-8F3F-4870-9385-983692C166CA}" type="parTrans" cxnId="{F200FDFC-BDDC-40E6-B928-B00C9F4E5116}">
      <dgm:prSet/>
      <dgm:spPr/>
      <dgm:t>
        <a:bodyPr/>
        <a:lstStyle/>
        <a:p>
          <a:endParaRPr lang="en-IN"/>
        </a:p>
      </dgm:t>
    </dgm:pt>
    <dgm:pt modelId="{9476D006-AFAB-49BD-A0C4-7A54D60693A3}" type="sibTrans" cxnId="{F200FDFC-BDDC-40E6-B928-B00C9F4E5116}">
      <dgm:prSet/>
      <dgm:spPr/>
      <dgm:t>
        <a:bodyPr/>
        <a:lstStyle/>
        <a:p>
          <a:endParaRPr lang="en-IN"/>
        </a:p>
      </dgm:t>
    </dgm:pt>
    <dgm:pt modelId="{3C8DA3BC-1C7F-48D9-8BE0-3E5814F86033}">
      <dgm:prSet phldrT="[Text]"/>
      <dgm:spPr/>
      <dgm:t>
        <a:bodyPr/>
        <a:lstStyle/>
        <a:p>
          <a:r>
            <a:rPr lang="en-US" dirty="0"/>
            <a:t>Save storage memory space</a:t>
          </a:r>
          <a:endParaRPr lang="en-IN" dirty="0"/>
        </a:p>
      </dgm:t>
    </dgm:pt>
    <dgm:pt modelId="{85AD5679-B9F2-4914-83EA-4CBA46941DB7}" type="parTrans" cxnId="{5C504C3F-69FE-4F9E-892F-54CC5CD6731E}">
      <dgm:prSet/>
      <dgm:spPr/>
      <dgm:t>
        <a:bodyPr/>
        <a:lstStyle/>
        <a:p>
          <a:endParaRPr lang="en-IN"/>
        </a:p>
      </dgm:t>
    </dgm:pt>
    <dgm:pt modelId="{F6FA0A5D-86D3-41A7-9A46-1075141E6365}" type="sibTrans" cxnId="{5C504C3F-69FE-4F9E-892F-54CC5CD6731E}">
      <dgm:prSet/>
      <dgm:spPr/>
      <dgm:t>
        <a:bodyPr/>
        <a:lstStyle/>
        <a:p>
          <a:endParaRPr lang="en-IN"/>
        </a:p>
      </dgm:t>
    </dgm:pt>
    <dgm:pt modelId="{233A5A25-3128-49CB-B1DD-70BB2DC332A9}">
      <dgm:prSet phldrT="[Text]"/>
      <dgm:spPr/>
      <dgm:t>
        <a:bodyPr/>
        <a:lstStyle/>
        <a:p>
          <a:r>
            <a:rPr lang="en-US" dirty="0"/>
            <a:t>Data representation is easy</a:t>
          </a:r>
          <a:endParaRPr lang="en-IN" dirty="0"/>
        </a:p>
      </dgm:t>
    </dgm:pt>
    <dgm:pt modelId="{DF03089E-498E-4C24-A1E4-AE399B63D2F6}" type="parTrans" cxnId="{9277A25A-8DED-49E4-9975-3901B8DB4B6C}">
      <dgm:prSet/>
      <dgm:spPr/>
      <dgm:t>
        <a:bodyPr/>
        <a:lstStyle/>
        <a:p>
          <a:endParaRPr lang="en-IN"/>
        </a:p>
      </dgm:t>
    </dgm:pt>
    <dgm:pt modelId="{144B73BF-3762-40FD-834F-8FBA1F5C28FB}" type="sibTrans" cxnId="{9277A25A-8DED-49E4-9975-3901B8DB4B6C}">
      <dgm:prSet/>
      <dgm:spPr/>
      <dgm:t>
        <a:bodyPr/>
        <a:lstStyle/>
        <a:p>
          <a:endParaRPr lang="en-IN"/>
        </a:p>
      </dgm:t>
    </dgm:pt>
    <dgm:pt modelId="{816358E9-2452-404E-84C6-3A6EEDBD19AA}">
      <dgm:prSet phldrT="[Text]"/>
      <dgm:spPr/>
      <dgm:t>
        <a:bodyPr/>
        <a:lstStyle/>
        <a:p>
          <a:r>
            <a:rPr lang="en-US" dirty="0"/>
            <a:t>Easy access to the large database</a:t>
          </a:r>
          <a:endParaRPr lang="en-IN" dirty="0"/>
        </a:p>
      </dgm:t>
    </dgm:pt>
    <dgm:pt modelId="{883BE265-21D4-49E9-B486-CC5A29353252}" type="parTrans" cxnId="{1D7DE53C-C3A8-4326-83F6-D0AB98988691}">
      <dgm:prSet/>
      <dgm:spPr/>
      <dgm:t>
        <a:bodyPr/>
        <a:lstStyle/>
        <a:p>
          <a:endParaRPr lang="en-IN"/>
        </a:p>
      </dgm:t>
    </dgm:pt>
    <dgm:pt modelId="{066D6C98-9E01-4353-934A-55EF846D7FFE}" type="sibTrans" cxnId="{1D7DE53C-C3A8-4326-83F6-D0AB98988691}">
      <dgm:prSet/>
      <dgm:spPr/>
      <dgm:t>
        <a:bodyPr/>
        <a:lstStyle/>
        <a:p>
          <a:endParaRPr lang="en-IN"/>
        </a:p>
      </dgm:t>
    </dgm:pt>
    <dgm:pt modelId="{0D79517F-709F-47AC-AE0A-F3BF25E8888B}">
      <dgm:prSet phldrT="[Text]"/>
      <dgm:spPr/>
      <dgm:t>
        <a:bodyPr/>
        <a:lstStyle/>
        <a:p>
          <a:r>
            <a:rPr lang="en-US" dirty="0"/>
            <a:t>Modification of Data is easy</a:t>
          </a:r>
          <a:endParaRPr lang="en-IN" dirty="0"/>
        </a:p>
      </dgm:t>
    </dgm:pt>
    <dgm:pt modelId="{15076D83-F1E5-45C1-95B6-B57BB1C31DA7}" type="parTrans" cxnId="{97916F25-7F25-4833-9404-EA615C2EDA7B}">
      <dgm:prSet/>
      <dgm:spPr/>
      <dgm:t>
        <a:bodyPr/>
        <a:lstStyle/>
        <a:p>
          <a:endParaRPr lang="en-IN"/>
        </a:p>
      </dgm:t>
    </dgm:pt>
    <dgm:pt modelId="{F671AE18-A41C-4661-AE6A-6AB673218373}" type="sibTrans" cxnId="{97916F25-7F25-4833-9404-EA615C2EDA7B}">
      <dgm:prSet/>
      <dgm:spPr/>
      <dgm:t>
        <a:bodyPr/>
        <a:lstStyle/>
        <a:p>
          <a:endParaRPr lang="en-IN"/>
        </a:p>
      </dgm:t>
    </dgm:pt>
    <dgm:pt modelId="{CC59774F-5DC5-4777-AC26-A0F95C6D5750}" type="pres">
      <dgm:prSet presAssocID="{62D48FBF-6313-4EFA-9801-0B0CFE246F0D}" presName="diagram" presStyleCnt="0">
        <dgm:presLayoutVars>
          <dgm:dir/>
          <dgm:resizeHandles val="exact"/>
        </dgm:presLayoutVars>
      </dgm:prSet>
      <dgm:spPr/>
    </dgm:pt>
    <dgm:pt modelId="{55C18C9A-867F-45A9-8518-754A237C4654}" type="pres">
      <dgm:prSet presAssocID="{6D9E1C98-3511-4781-9F29-05D11E4B94A1}" presName="node" presStyleLbl="node1" presStyleIdx="0" presStyleCnt="6">
        <dgm:presLayoutVars>
          <dgm:bulletEnabled val="1"/>
        </dgm:presLayoutVars>
      </dgm:prSet>
      <dgm:spPr/>
    </dgm:pt>
    <dgm:pt modelId="{858FF4E5-22D4-4F9F-8A5B-881FB6B55089}" type="pres">
      <dgm:prSet presAssocID="{9C8016CE-B7DA-4F22-A5FA-EBFE3BB06AE1}" presName="sibTrans" presStyleCnt="0"/>
      <dgm:spPr/>
    </dgm:pt>
    <dgm:pt modelId="{B4C9BA0C-60C6-4E59-977D-A99E558E479F}" type="pres">
      <dgm:prSet presAssocID="{8E719B2D-7AC1-4365-B761-391D19B93319}" presName="node" presStyleLbl="node1" presStyleIdx="1" presStyleCnt="6">
        <dgm:presLayoutVars>
          <dgm:bulletEnabled val="1"/>
        </dgm:presLayoutVars>
      </dgm:prSet>
      <dgm:spPr/>
    </dgm:pt>
    <dgm:pt modelId="{C78B479C-7802-4865-9F21-8192C14758AF}" type="pres">
      <dgm:prSet presAssocID="{9476D006-AFAB-49BD-A0C4-7A54D60693A3}" presName="sibTrans" presStyleCnt="0"/>
      <dgm:spPr/>
    </dgm:pt>
    <dgm:pt modelId="{F5AFA6B9-E8C5-42C6-82EF-02610A29BCA2}" type="pres">
      <dgm:prSet presAssocID="{3C8DA3BC-1C7F-48D9-8BE0-3E5814F86033}" presName="node" presStyleLbl="node1" presStyleIdx="2" presStyleCnt="6">
        <dgm:presLayoutVars>
          <dgm:bulletEnabled val="1"/>
        </dgm:presLayoutVars>
      </dgm:prSet>
      <dgm:spPr/>
    </dgm:pt>
    <dgm:pt modelId="{1F5E4EF4-6A8B-4C40-8F1C-72DEBFEF38DA}" type="pres">
      <dgm:prSet presAssocID="{F6FA0A5D-86D3-41A7-9A46-1075141E6365}" presName="sibTrans" presStyleCnt="0"/>
      <dgm:spPr/>
    </dgm:pt>
    <dgm:pt modelId="{A35DAE1E-BD3E-4705-B394-2999D106934A}" type="pres">
      <dgm:prSet presAssocID="{233A5A25-3128-49CB-B1DD-70BB2DC332A9}" presName="node" presStyleLbl="node1" presStyleIdx="3" presStyleCnt="6">
        <dgm:presLayoutVars>
          <dgm:bulletEnabled val="1"/>
        </dgm:presLayoutVars>
      </dgm:prSet>
      <dgm:spPr/>
    </dgm:pt>
    <dgm:pt modelId="{7CD8722F-CF3A-44CB-910F-53F700A4938B}" type="pres">
      <dgm:prSet presAssocID="{144B73BF-3762-40FD-834F-8FBA1F5C28FB}" presName="sibTrans" presStyleCnt="0"/>
      <dgm:spPr/>
    </dgm:pt>
    <dgm:pt modelId="{631AF46A-3B75-42E3-A57D-7B6F4F42B7E9}" type="pres">
      <dgm:prSet presAssocID="{816358E9-2452-404E-84C6-3A6EEDBD19AA}" presName="node" presStyleLbl="node1" presStyleIdx="4" presStyleCnt="6">
        <dgm:presLayoutVars>
          <dgm:bulletEnabled val="1"/>
        </dgm:presLayoutVars>
      </dgm:prSet>
      <dgm:spPr/>
    </dgm:pt>
    <dgm:pt modelId="{DC2BDD1F-2F0F-451F-A1D6-629B2187916C}" type="pres">
      <dgm:prSet presAssocID="{066D6C98-9E01-4353-934A-55EF846D7FFE}" presName="sibTrans" presStyleCnt="0"/>
      <dgm:spPr/>
    </dgm:pt>
    <dgm:pt modelId="{25AA4976-856C-4395-A415-0E28A8AD4A8F}" type="pres">
      <dgm:prSet presAssocID="{0D79517F-709F-47AC-AE0A-F3BF25E8888B}" presName="node" presStyleLbl="node1" presStyleIdx="5" presStyleCnt="6">
        <dgm:presLayoutVars>
          <dgm:bulletEnabled val="1"/>
        </dgm:presLayoutVars>
      </dgm:prSet>
      <dgm:spPr/>
    </dgm:pt>
  </dgm:ptLst>
  <dgm:cxnLst>
    <dgm:cxn modelId="{7528C503-0E1D-4501-91A1-5351F3D17906}" srcId="{62D48FBF-6313-4EFA-9801-0B0CFE246F0D}" destId="{6D9E1C98-3511-4781-9F29-05D11E4B94A1}" srcOrd="0" destOrd="0" parTransId="{74CDD1E5-6394-410E-8F35-BD75E569634E}" sibTransId="{9C8016CE-B7DA-4F22-A5FA-EBFE3BB06AE1}"/>
    <dgm:cxn modelId="{97916F25-7F25-4833-9404-EA615C2EDA7B}" srcId="{62D48FBF-6313-4EFA-9801-0B0CFE246F0D}" destId="{0D79517F-709F-47AC-AE0A-F3BF25E8888B}" srcOrd="5" destOrd="0" parTransId="{15076D83-F1E5-45C1-95B6-B57BB1C31DA7}" sibTransId="{F671AE18-A41C-4661-AE6A-6AB673218373}"/>
    <dgm:cxn modelId="{1D7DE53C-C3A8-4326-83F6-D0AB98988691}" srcId="{62D48FBF-6313-4EFA-9801-0B0CFE246F0D}" destId="{816358E9-2452-404E-84C6-3A6EEDBD19AA}" srcOrd="4" destOrd="0" parTransId="{883BE265-21D4-49E9-B486-CC5A29353252}" sibTransId="{066D6C98-9E01-4353-934A-55EF846D7FFE}"/>
    <dgm:cxn modelId="{5C504C3F-69FE-4F9E-892F-54CC5CD6731E}" srcId="{62D48FBF-6313-4EFA-9801-0B0CFE246F0D}" destId="{3C8DA3BC-1C7F-48D9-8BE0-3E5814F86033}" srcOrd="2" destOrd="0" parTransId="{85AD5679-B9F2-4914-83EA-4CBA46941DB7}" sibTransId="{F6FA0A5D-86D3-41A7-9A46-1075141E6365}"/>
    <dgm:cxn modelId="{9277A25A-8DED-49E4-9975-3901B8DB4B6C}" srcId="{62D48FBF-6313-4EFA-9801-0B0CFE246F0D}" destId="{233A5A25-3128-49CB-B1DD-70BB2DC332A9}" srcOrd="3" destOrd="0" parTransId="{DF03089E-498E-4C24-A1E4-AE399B63D2F6}" sibTransId="{144B73BF-3762-40FD-834F-8FBA1F5C28FB}"/>
    <dgm:cxn modelId="{9BDEC884-7F23-4991-BD6E-DAB382E1ADBC}" type="presOf" srcId="{6D9E1C98-3511-4781-9F29-05D11E4B94A1}" destId="{55C18C9A-867F-45A9-8518-754A237C4654}" srcOrd="0" destOrd="0" presId="urn:microsoft.com/office/officeart/2005/8/layout/default"/>
    <dgm:cxn modelId="{7563F199-03E4-4C12-9BEA-1ACECAAC6B3A}" type="presOf" srcId="{0D79517F-709F-47AC-AE0A-F3BF25E8888B}" destId="{25AA4976-856C-4395-A415-0E28A8AD4A8F}" srcOrd="0" destOrd="0" presId="urn:microsoft.com/office/officeart/2005/8/layout/default"/>
    <dgm:cxn modelId="{5CA165A6-4BB8-44E9-9243-5B6E6FEC9B91}" type="presOf" srcId="{62D48FBF-6313-4EFA-9801-0B0CFE246F0D}" destId="{CC59774F-5DC5-4777-AC26-A0F95C6D5750}" srcOrd="0" destOrd="0" presId="urn:microsoft.com/office/officeart/2005/8/layout/default"/>
    <dgm:cxn modelId="{BDF8DAA7-FC61-408D-9D70-669C393C9B91}" type="presOf" srcId="{816358E9-2452-404E-84C6-3A6EEDBD19AA}" destId="{631AF46A-3B75-42E3-A57D-7B6F4F42B7E9}" srcOrd="0" destOrd="0" presId="urn:microsoft.com/office/officeart/2005/8/layout/default"/>
    <dgm:cxn modelId="{2C9F3EBC-73D8-4957-A69D-95CE7B1DACB7}" type="presOf" srcId="{8E719B2D-7AC1-4365-B761-391D19B93319}" destId="{B4C9BA0C-60C6-4E59-977D-A99E558E479F}" srcOrd="0" destOrd="0" presId="urn:microsoft.com/office/officeart/2005/8/layout/default"/>
    <dgm:cxn modelId="{19372CEC-E245-4566-892C-02A701C501C9}" type="presOf" srcId="{3C8DA3BC-1C7F-48D9-8BE0-3E5814F86033}" destId="{F5AFA6B9-E8C5-42C6-82EF-02610A29BCA2}" srcOrd="0" destOrd="0" presId="urn:microsoft.com/office/officeart/2005/8/layout/default"/>
    <dgm:cxn modelId="{3B97EDFA-109C-4A1F-BE1F-0F940699B06F}" type="presOf" srcId="{233A5A25-3128-49CB-B1DD-70BB2DC332A9}" destId="{A35DAE1E-BD3E-4705-B394-2999D106934A}" srcOrd="0" destOrd="0" presId="urn:microsoft.com/office/officeart/2005/8/layout/default"/>
    <dgm:cxn modelId="{F200FDFC-BDDC-40E6-B928-B00C9F4E5116}" srcId="{62D48FBF-6313-4EFA-9801-0B0CFE246F0D}" destId="{8E719B2D-7AC1-4365-B761-391D19B93319}" srcOrd="1" destOrd="0" parTransId="{C88D7F04-8F3F-4870-9385-983692C166CA}" sibTransId="{9476D006-AFAB-49BD-A0C4-7A54D60693A3}"/>
    <dgm:cxn modelId="{F26F957F-6D7A-42FB-8866-29C7B8DAC61F}" type="presParOf" srcId="{CC59774F-5DC5-4777-AC26-A0F95C6D5750}" destId="{55C18C9A-867F-45A9-8518-754A237C4654}" srcOrd="0" destOrd="0" presId="urn:microsoft.com/office/officeart/2005/8/layout/default"/>
    <dgm:cxn modelId="{1B988E98-CA79-4FDD-856A-75C894E82317}" type="presParOf" srcId="{CC59774F-5DC5-4777-AC26-A0F95C6D5750}" destId="{858FF4E5-22D4-4F9F-8A5B-881FB6B55089}" srcOrd="1" destOrd="0" presId="urn:microsoft.com/office/officeart/2005/8/layout/default"/>
    <dgm:cxn modelId="{8E63AD7A-FD4D-4A06-B0C2-75A657E82B56}" type="presParOf" srcId="{CC59774F-5DC5-4777-AC26-A0F95C6D5750}" destId="{B4C9BA0C-60C6-4E59-977D-A99E558E479F}" srcOrd="2" destOrd="0" presId="urn:microsoft.com/office/officeart/2005/8/layout/default"/>
    <dgm:cxn modelId="{60A9E91D-71E3-44E7-B1BB-7B23A0DD3CCA}" type="presParOf" srcId="{CC59774F-5DC5-4777-AC26-A0F95C6D5750}" destId="{C78B479C-7802-4865-9F21-8192C14758AF}" srcOrd="3" destOrd="0" presId="urn:microsoft.com/office/officeart/2005/8/layout/default"/>
    <dgm:cxn modelId="{5AB9B04F-6BB0-4A61-8F43-41223F7F760F}" type="presParOf" srcId="{CC59774F-5DC5-4777-AC26-A0F95C6D5750}" destId="{F5AFA6B9-E8C5-42C6-82EF-02610A29BCA2}" srcOrd="4" destOrd="0" presId="urn:microsoft.com/office/officeart/2005/8/layout/default"/>
    <dgm:cxn modelId="{923D2E8D-9C7E-4C38-91A7-0DE0AA6EFC63}" type="presParOf" srcId="{CC59774F-5DC5-4777-AC26-A0F95C6D5750}" destId="{1F5E4EF4-6A8B-4C40-8F1C-72DEBFEF38DA}" srcOrd="5" destOrd="0" presId="urn:microsoft.com/office/officeart/2005/8/layout/default"/>
    <dgm:cxn modelId="{4EA41E4B-AA67-4823-A957-3EFBC3AC7255}" type="presParOf" srcId="{CC59774F-5DC5-4777-AC26-A0F95C6D5750}" destId="{A35DAE1E-BD3E-4705-B394-2999D106934A}" srcOrd="6" destOrd="0" presId="urn:microsoft.com/office/officeart/2005/8/layout/default"/>
    <dgm:cxn modelId="{21996329-B07B-454D-B7A2-D161890765AC}" type="presParOf" srcId="{CC59774F-5DC5-4777-AC26-A0F95C6D5750}" destId="{7CD8722F-CF3A-44CB-910F-53F700A4938B}" srcOrd="7" destOrd="0" presId="urn:microsoft.com/office/officeart/2005/8/layout/default"/>
    <dgm:cxn modelId="{CA11C9E5-351B-416F-8262-649A3E2B4EC6}" type="presParOf" srcId="{CC59774F-5DC5-4777-AC26-A0F95C6D5750}" destId="{631AF46A-3B75-42E3-A57D-7B6F4F42B7E9}" srcOrd="8" destOrd="0" presId="urn:microsoft.com/office/officeart/2005/8/layout/default"/>
    <dgm:cxn modelId="{F2D6BEDB-9781-4D06-B568-2830AD98D660}" type="presParOf" srcId="{CC59774F-5DC5-4777-AC26-A0F95C6D5750}" destId="{DC2BDD1F-2F0F-451F-A1D6-629B2187916C}" srcOrd="9" destOrd="0" presId="urn:microsoft.com/office/officeart/2005/8/layout/default"/>
    <dgm:cxn modelId="{B4C1D106-247B-4B5A-8B4D-FE43B1B2CD54}" type="presParOf" srcId="{CC59774F-5DC5-4777-AC26-A0F95C6D5750}" destId="{25AA4976-856C-4395-A415-0E28A8AD4A8F}"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2C2BAA-ABB9-4C43-A566-9B796C9AA3B7}">
      <dsp:nvSpPr>
        <dsp:cNvPr id="0" name=""/>
        <dsp:cNvSpPr/>
      </dsp:nvSpPr>
      <dsp:spPr>
        <a:xfrm>
          <a:off x="0" y="76354"/>
          <a:ext cx="10427898" cy="15103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IN" sz="2700" kern="1200" dirty="0"/>
            <a:t>Data Structures is a course that focuses on the study of various data structures and algorithms used in computer science.</a:t>
          </a:r>
        </a:p>
      </dsp:txBody>
      <dsp:txXfrm>
        <a:off x="73731" y="150085"/>
        <a:ext cx="10280436" cy="1362934"/>
      </dsp:txXfrm>
    </dsp:sp>
    <dsp:sp modelId="{AEF78676-DE96-441C-B790-298B32884932}">
      <dsp:nvSpPr>
        <dsp:cNvPr id="0" name=""/>
        <dsp:cNvSpPr/>
      </dsp:nvSpPr>
      <dsp:spPr>
        <a:xfrm>
          <a:off x="0" y="1664511"/>
          <a:ext cx="10427898" cy="15103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IN" sz="2700" kern="1200" dirty="0"/>
            <a:t>The course covers the theoretical foundations of data structures, as well as practical techniques for implementing and manipulating them. </a:t>
          </a:r>
        </a:p>
      </dsp:txBody>
      <dsp:txXfrm>
        <a:off x="73731" y="1738242"/>
        <a:ext cx="10280436" cy="1362934"/>
      </dsp:txXfrm>
    </dsp:sp>
    <dsp:sp modelId="{B5E8369F-1844-4D4A-89DD-70F093B2A551}">
      <dsp:nvSpPr>
        <dsp:cNvPr id="0" name=""/>
        <dsp:cNvSpPr/>
      </dsp:nvSpPr>
      <dsp:spPr>
        <a:xfrm>
          <a:off x="0" y="3252668"/>
          <a:ext cx="10427898" cy="15103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IN" sz="2700" kern="1200"/>
            <a:t>In this course, students will learn about the basic concepts of data structures, including arrays, linked lists, stacks, queues, trees, and graphs.</a:t>
          </a:r>
        </a:p>
      </dsp:txBody>
      <dsp:txXfrm>
        <a:off x="73731" y="3326399"/>
        <a:ext cx="10280436" cy="13629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52091B-BAF1-4D09-86FF-F281E8A18659}">
      <dsp:nvSpPr>
        <dsp:cNvPr id="0" name=""/>
        <dsp:cNvSpPr/>
      </dsp:nvSpPr>
      <dsp:spPr>
        <a:xfrm>
          <a:off x="0" y="144333"/>
          <a:ext cx="2995096" cy="1128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928" tIns="111760" rIns="312928" bIns="111760" numCol="1" spcCol="1270" anchor="ctr" anchorCtr="0">
          <a:noAutofit/>
        </a:bodyPr>
        <a:lstStyle/>
        <a:p>
          <a:pPr marL="0" lvl="0" indent="0" algn="r" defTabSz="1955800">
            <a:lnSpc>
              <a:spcPct val="90000"/>
            </a:lnSpc>
            <a:spcBef>
              <a:spcPct val="0"/>
            </a:spcBef>
            <a:spcAft>
              <a:spcPct val="35000"/>
            </a:spcAft>
            <a:buNone/>
          </a:pPr>
          <a:r>
            <a:rPr lang="en-US" sz="4400" kern="1200" dirty="0"/>
            <a:t>CO1</a:t>
          </a:r>
          <a:endParaRPr lang="en-IN" sz="4400" kern="1200" dirty="0"/>
        </a:p>
      </dsp:txBody>
      <dsp:txXfrm>
        <a:off x="0" y="144333"/>
        <a:ext cx="2995096" cy="1128600"/>
      </dsp:txXfrm>
    </dsp:sp>
    <dsp:sp modelId="{7294C479-3E92-43D0-8513-B2AD604D538D}">
      <dsp:nvSpPr>
        <dsp:cNvPr id="0" name=""/>
        <dsp:cNvSpPr/>
      </dsp:nvSpPr>
      <dsp:spPr>
        <a:xfrm>
          <a:off x="2995096" y="3258"/>
          <a:ext cx="599019" cy="141075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5E4286-6881-4F93-BC0F-65C6EDA90C58}">
      <dsp:nvSpPr>
        <dsp:cNvPr id="0" name=""/>
        <dsp:cNvSpPr/>
      </dsp:nvSpPr>
      <dsp:spPr>
        <a:xfrm>
          <a:off x="3833723" y="3258"/>
          <a:ext cx="8146663" cy="14107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effectLst/>
              <a:latin typeface="Calibri" panose="020F0502020204030204" pitchFamily="34" charset="0"/>
              <a:ea typeface="Calibri" panose="020F0502020204030204" pitchFamily="34" charset="0"/>
              <a:cs typeface="Times New Roman" panose="02020603050405020304" pitchFamily="18" charset="0"/>
            </a:rPr>
            <a:t>To access how the choices of data structure &amp; algorithm methods impact the performance of program</a:t>
          </a:r>
          <a:endParaRPr lang="en-IN" sz="2800" kern="1200" dirty="0"/>
        </a:p>
      </dsp:txBody>
      <dsp:txXfrm>
        <a:off x="3833723" y="3258"/>
        <a:ext cx="8146663" cy="1410750"/>
      </dsp:txXfrm>
    </dsp:sp>
    <dsp:sp modelId="{E6779D50-6851-4BD8-9648-ADA9A1058141}">
      <dsp:nvSpPr>
        <dsp:cNvPr id="0" name=""/>
        <dsp:cNvSpPr/>
      </dsp:nvSpPr>
      <dsp:spPr>
        <a:xfrm>
          <a:off x="0" y="1619208"/>
          <a:ext cx="2995096" cy="1128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928" tIns="111760" rIns="312928" bIns="111760" numCol="1" spcCol="1270" anchor="ctr" anchorCtr="0">
          <a:noAutofit/>
        </a:bodyPr>
        <a:lstStyle/>
        <a:p>
          <a:pPr marL="0" lvl="0" indent="0" algn="r" defTabSz="1955800">
            <a:lnSpc>
              <a:spcPct val="90000"/>
            </a:lnSpc>
            <a:spcBef>
              <a:spcPct val="0"/>
            </a:spcBef>
            <a:spcAft>
              <a:spcPct val="35000"/>
            </a:spcAft>
            <a:buNone/>
          </a:pPr>
          <a:r>
            <a:rPr lang="en-US" sz="4400" kern="1200" dirty="0"/>
            <a:t>CO2</a:t>
          </a:r>
          <a:endParaRPr lang="en-IN" sz="4400" kern="1200" dirty="0"/>
        </a:p>
      </dsp:txBody>
      <dsp:txXfrm>
        <a:off x="0" y="1619208"/>
        <a:ext cx="2995096" cy="1128600"/>
      </dsp:txXfrm>
    </dsp:sp>
    <dsp:sp modelId="{447FD192-E3FB-4E7B-B7E5-A89FDED930DF}">
      <dsp:nvSpPr>
        <dsp:cNvPr id="0" name=""/>
        <dsp:cNvSpPr/>
      </dsp:nvSpPr>
      <dsp:spPr>
        <a:xfrm>
          <a:off x="2995096" y="1619208"/>
          <a:ext cx="599019" cy="11286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3510BC-DEA3-4A83-9504-389D3F39907C}">
      <dsp:nvSpPr>
        <dsp:cNvPr id="0" name=""/>
        <dsp:cNvSpPr/>
      </dsp:nvSpPr>
      <dsp:spPr>
        <a:xfrm>
          <a:off x="3833723" y="1619208"/>
          <a:ext cx="8146663" cy="11286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effectLst/>
              <a:latin typeface="Calibri" panose="020F0502020204030204" pitchFamily="34" charset="0"/>
              <a:ea typeface="Calibri" panose="020F0502020204030204" pitchFamily="34" charset="0"/>
              <a:cs typeface="Times New Roman" panose="02020603050405020304" pitchFamily="18" charset="0"/>
            </a:rPr>
            <a:t>To Solve problems based upon different data structure &amp; also write programs</a:t>
          </a:r>
          <a:endParaRPr lang="en-IN" sz="2800" kern="1200" dirty="0"/>
        </a:p>
      </dsp:txBody>
      <dsp:txXfrm>
        <a:off x="3833723" y="1619208"/>
        <a:ext cx="8146663" cy="1128600"/>
      </dsp:txXfrm>
    </dsp:sp>
    <dsp:sp modelId="{10E02FA3-1632-4190-9761-2D5B1224B948}">
      <dsp:nvSpPr>
        <dsp:cNvPr id="0" name=""/>
        <dsp:cNvSpPr/>
      </dsp:nvSpPr>
      <dsp:spPr>
        <a:xfrm>
          <a:off x="0" y="2953008"/>
          <a:ext cx="2995096" cy="1128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928" tIns="111760" rIns="312928" bIns="111760" numCol="1" spcCol="1270" anchor="ctr" anchorCtr="0">
          <a:noAutofit/>
        </a:bodyPr>
        <a:lstStyle/>
        <a:p>
          <a:pPr marL="0" lvl="0" indent="0" algn="r" defTabSz="1955800">
            <a:lnSpc>
              <a:spcPct val="90000"/>
            </a:lnSpc>
            <a:spcBef>
              <a:spcPct val="0"/>
            </a:spcBef>
            <a:spcAft>
              <a:spcPct val="35000"/>
            </a:spcAft>
            <a:buNone/>
          </a:pPr>
          <a:r>
            <a:rPr lang="en-US" sz="4400" kern="1200" dirty="0"/>
            <a:t>CO3</a:t>
          </a:r>
          <a:endParaRPr lang="en-IN" sz="4400" kern="1200" dirty="0"/>
        </a:p>
      </dsp:txBody>
      <dsp:txXfrm>
        <a:off x="0" y="2953008"/>
        <a:ext cx="2995096" cy="1128600"/>
      </dsp:txXfrm>
    </dsp:sp>
    <dsp:sp modelId="{53EE5006-34AD-43F4-9204-F989CB5FC8B5}">
      <dsp:nvSpPr>
        <dsp:cNvPr id="0" name=""/>
        <dsp:cNvSpPr/>
      </dsp:nvSpPr>
      <dsp:spPr>
        <a:xfrm>
          <a:off x="2995096" y="2953008"/>
          <a:ext cx="599019" cy="11286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8AB34A-CA39-4929-8D86-DF23EE67323C}">
      <dsp:nvSpPr>
        <dsp:cNvPr id="0" name=""/>
        <dsp:cNvSpPr/>
      </dsp:nvSpPr>
      <dsp:spPr>
        <a:xfrm>
          <a:off x="3833723" y="2953008"/>
          <a:ext cx="8146663" cy="11286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effectLst/>
              <a:latin typeface="Calibri" panose="020F0502020204030204" pitchFamily="34" charset="0"/>
              <a:ea typeface="Calibri" panose="020F0502020204030204" pitchFamily="34" charset="0"/>
              <a:cs typeface="Times New Roman" panose="02020603050405020304" pitchFamily="18" charset="0"/>
            </a:rPr>
            <a:t>Choose an appropriate data structure for a particular problem.</a:t>
          </a:r>
          <a:endParaRPr lang="en-IN" sz="2800" kern="1200" dirty="0"/>
        </a:p>
      </dsp:txBody>
      <dsp:txXfrm>
        <a:off x="3833723" y="2953008"/>
        <a:ext cx="8146663" cy="1128600"/>
      </dsp:txXfrm>
    </dsp:sp>
    <dsp:sp modelId="{8C21A17F-6418-4EEB-93A0-23EF74527379}">
      <dsp:nvSpPr>
        <dsp:cNvPr id="0" name=""/>
        <dsp:cNvSpPr/>
      </dsp:nvSpPr>
      <dsp:spPr>
        <a:xfrm>
          <a:off x="0" y="4286808"/>
          <a:ext cx="2995096" cy="1128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928" tIns="111760" rIns="312928" bIns="111760" numCol="1" spcCol="1270" anchor="ctr" anchorCtr="0">
          <a:noAutofit/>
        </a:bodyPr>
        <a:lstStyle/>
        <a:p>
          <a:pPr marL="0" lvl="0" indent="0" algn="r" defTabSz="1955800">
            <a:lnSpc>
              <a:spcPct val="90000"/>
            </a:lnSpc>
            <a:spcBef>
              <a:spcPct val="0"/>
            </a:spcBef>
            <a:spcAft>
              <a:spcPct val="35000"/>
            </a:spcAft>
            <a:buNone/>
          </a:pPr>
          <a:r>
            <a:rPr lang="en-US" sz="4400" kern="1200" dirty="0"/>
            <a:t>CO4</a:t>
          </a:r>
          <a:endParaRPr lang="en-IN" sz="4400" kern="1200" dirty="0"/>
        </a:p>
      </dsp:txBody>
      <dsp:txXfrm>
        <a:off x="0" y="4286808"/>
        <a:ext cx="2995096" cy="1128600"/>
      </dsp:txXfrm>
    </dsp:sp>
    <dsp:sp modelId="{8D8D0383-D9C9-4E6C-ADDD-71BF0C38E133}">
      <dsp:nvSpPr>
        <dsp:cNvPr id="0" name=""/>
        <dsp:cNvSpPr/>
      </dsp:nvSpPr>
      <dsp:spPr>
        <a:xfrm>
          <a:off x="2995096" y="4286808"/>
          <a:ext cx="599019" cy="11286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60888B-7EC1-44F4-8A75-C02E784F3CCC}">
      <dsp:nvSpPr>
        <dsp:cNvPr id="0" name=""/>
        <dsp:cNvSpPr/>
      </dsp:nvSpPr>
      <dsp:spPr>
        <a:xfrm>
          <a:off x="3833723" y="4286808"/>
          <a:ext cx="8146663" cy="11286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effectLst/>
              <a:latin typeface="Calibri" panose="020F0502020204030204" pitchFamily="34" charset="0"/>
              <a:ea typeface="Calibri" panose="020F0502020204030204" pitchFamily="34" charset="0"/>
              <a:cs typeface="Times New Roman" panose="02020603050405020304" pitchFamily="18" charset="0"/>
            </a:rPr>
            <a:t>To efficiently implement the different data structures.</a:t>
          </a:r>
          <a:endParaRPr lang="en-IN" sz="2800" kern="1200" dirty="0"/>
        </a:p>
      </dsp:txBody>
      <dsp:txXfrm>
        <a:off x="3833723" y="4286808"/>
        <a:ext cx="8146663" cy="11286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64F693-9BE3-4579-8128-350F4B582163}">
      <dsp:nvSpPr>
        <dsp:cNvPr id="0" name=""/>
        <dsp:cNvSpPr/>
      </dsp:nvSpPr>
      <dsp:spPr>
        <a:xfrm rot="5400000">
          <a:off x="-176238" y="180562"/>
          <a:ext cx="1174924" cy="82244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CO1</a:t>
          </a:r>
          <a:endParaRPr lang="en-IN" sz="2300" kern="1200" dirty="0"/>
        </a:p>
      </dsp:txBody>
      <dsp:txXfrm rot="-5400000">
        <a:off x="1" y="415548"/>
        <a:ext cx="822447" cy="352477"/>
      </dsp:txXfrm>
    </dsp:sp>
    <dsp:sp modelId="{D858219E-7E91-4055-B39C-6CA7F35A9A8D}">
      <dsp:nvSpPr>
        <dsp:cNvPr id="0" name=""/>
        <dsp:cNvSpPr/>
      </dsp:nvSpPr>
      <dsp:spPr>
        <a:xfrm rot="5400000">
          <a:off x="4473893" y="-3647122"/>
          <a:ext cx="763700" cy="806659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t>Infer the knowledge of basic data structures and their implementations </a:t>
          </a:r>
        </a:p>
      </dsp:txBody>
      <dsp:txXfrm rot="-5400000">
        <a:off x="822447" y="41605"/>
        <a:ext cx="8029312" cy="689138"/>
      </dsp:txXfrm>
    </dsp:sp>
    <dsp:sp modelId="{1C9E669B-D9D9-4F45-B3F5-158DD71C0494}">
      <dsp:nvSpPr>
        <dsp:cNvPr id="0" name=""/>
        <dsp:cNvSpPr/>
      </dsp:nvSpPr>
      <dsp:spPr>
        <a:xfrm rot="5400000">
          <a:off x="-176238" y="1239336"/>
          <a:ext cx="1174924" cy="82244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CO2</a:t>
          </a:r>
          <a:endParaRPr lang="en-IN" sz="2300" kern="1200" dirty="0"/>
        </a:p>
      </dsp:txBody>
      <dsp:txXfrm rot="-5400000">
        <a:off x="1" y="1474322"/>
        <a:ext cx="822447" cy="352477"/>
      </dsp:txXfrm>
    </dsp:sp>
    <dsp:sp modelId="{A6393328-291F-44B1-81BC-5E01C1EE7EED}">
      <dsp:nvSpPr>
        <dsp:cNvPr id="0" name=""/>
        <dsp:cNvSpPr/>
      </dsp:nvSpPr>
      <dsp:spPr>
        <a:xfrm rot="5400000">
          <a:off x="4473893" y="-2588348"/>
          <a:ext cx="763700" cy="806659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t>Ascertain the strength and weakness of different data structures</a:t>
          </a:r>
        </a:p>
      </dsp:txBody>
      <dsp:txXfrm rot="-5400000">
        <a:off x="822447" y="1100379"/>
        <a:ext cx="8029312" cy="689138"/>
      </dsp:txXfrm>
    </dsp:sp>
    <dsp:sp modelId="{69E98B76-4531-48C9-AF24-66507705F37C}">
      <dsp:nvSpPr>
        <dsp:cNvPr id="0" name=""/>
        <dsp:cNvSpPr/>
      </dsp:nvSpPr>
      <dsp:spPr>
        <a:xfrm rot="5400000">
          <a:off x="-176238" y="2298109"/>
          <a:ext cx="1174924" cy="82244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CO3</a:t>
          </a:r>
          <a:endParaRPr lang="en-IN" sz="2300" kern="1200" dirty="0"/>
        </a:p>
      </dsp:txBody>
      <dsp:txXfrm rot="-5400000">
        <a:off x="1" y="2533095"/>
        <a:ext cx="822447" cy="352477"/>
      </dsp:txXfrm>
    </dsp:sp>
    <dsp:sp modelId="{04DD9A6B-6C90-4F6B-92E5-5E820D79DBCC}">
      <dsp:nvSpPr>
        <dsp:cNvPr id="0" name=""/>
        <dsp:cNvSpPr/>
      </dsp:nvSpPr>
      <dsp:spPr>
        <a:xfrm rot="5400000">
          <a:off x="4473893" y="-1529575"/>
          <a:ext cx="763700" cy="806659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t>Figure out the algorithmic complexity of simple, non-recursive programs</a:t>
          </a:r>
        </a:p>
      </dsp:txBody>
      <dsp:txXfrm rot="-5400000">
        <a:off x="822447" y="2159152"/>
        <a:ext cx="8029312" cy="689138"/>
      </dsp:txXfrm>
    </dsp:sp>
    <dsp:sp modelId="{B442E2D8-BD52-46A6-936C-6F97AE91F24E}">
      <dsp:nvSpPr>
        <dsp:cNvPr id="0" name=""/>
        <dsp:cNvSpPr/>
      </dsp:nvSpPr>
      <dsp:spPr>
        <a:xfrm rot="5400000">
          <a:off x="-176238" y="3356883"/>
          <a:ext cx="1174924" cy="82244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CO4</a:t>
          </a:r>
          <a:endParaRPr lang="en-IN" sz="2300" kern="1200" dirty="0"/>
        </a:p>
      </dsp:txBody>
      <dsp:txXfrm rot="-5400000">
        <a:off x="1" y="3591869"/>
        <a:ext cx="822447" cy="352477"/>
      </dsp:txXfrm>
    </dsp:sp>
    <dsp:sp modelId="{110405E0-B5C1-4B7A-B5F8-50738F8705AD}">
      <dsp:nvSpPr>
        <dsp:cNvPr id="0" name=""/>
        <dsp:cNvSpPr/>
      </dsp:nvSpPr>
      <dsp:spPr>
        <a:xfrm rot="5400000">
          <a:off x="4473893" y="-470801"/>
          <a:ext cx="763700" cy="806659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t>Develop novel solutions to small scale programming challenges involving data structures and recursion</a:t>
          </a:r>
        </a:p>
      </dsp:txBody>
      <dsp:txXfrm rot="-5400000">
        <a:off x="822447" y="3217926"/>
        <a:ext cx="8029312" cy="689138"/>
      </dsp:txXfrm>
    </dsp:sp>
    <dsp:sp modelId="{0E660212-5C16-4506-8CEA-D3BA55EE07BC}">
      <dsp:nvSpPr>
        <dsp:cNvPr id="0" name=""/>
        <dsp:cNvSpPr/>
      </dsp:nvSpPr>
      <dsp:spPr>
        <a:xfrm rot="5400000">
          <a:off x="-176238" y="4415656"/>
          <a:ext cx="1174924" cy="82244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a:t>CO5</a:t>
          </a:r>
          <a:endParaRPr lang="en-IN" sz="2300" kern="1200" dirty="0"/>
        </a:p>
      </dsp:txBody>
      <dsp:txXfrm rot="-5400000">
        <a:off x="1" y="4650642"/>
        <a:ext cx="822447" cy="352477"/>
      </dsp:txXfrm>
    </dsp:sp>
    <dsp:sp modelId="{CC75B48C-562A-4676-B463-2891C6F6194B}">
      <dsp:nvSpPr>
        <dsp:cNvPr id="0" name=""/>
        <dsp:cNvSpPr/>
      </dsp:nvSpPr>
      <dsp:spPr>
        <a:xfrm rot="5400000">
          <a:off x="4473893" y="587971"/>
          <a:ext cx="763700" cy="806659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IN" sz="2800" kern="1200" dirty="0"/>
            <a:t>Select sensibly appropriate data structures and algorithms for problems and to justify that choice</a:t>
          </a:r>
        </a:p>
      </dsp:txBody>
      <dsp:txXfrm rot="-5400000">
        <a:off x="822447" y="4276699"/>
        <a:ext cx="8029312" cy="689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C18C9A-867F-45A9-8518-754A237C4654}">
      <dsp:nvSpPr>
        <dsp:cNvPr id="0" name=""/>
        <dsp:cNvSpPr/>
      </dsp:nvSpPr>
      <dsp:spPr>
        <a:xfrm>
          <a:off x="0" y="877782"/>
          <a:ext cx="3000656" cy="1800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Easy way of organizing, retrieving, managing, and storing data.</a:t>
          </a:r>
          <a:endParaRPr lang="en-IN" sz="2500" kern="1200" dirty="0"/>
        </a:p>
      </dsp:txBody>
      <dsp:txXfrm>
        <a:off x="0" y="877782"/>
        <a:ext cx="3000656" cy="1800394"/>
      </dsp:txXfrm>
    </dsp:sp>
    <dsp:sp modelId="{B4C9BA0C-60C6-4E59-977D-A99E558E479F}">
      <dsp:nvSpPr>
        <dsp:cNvPr id="0" name=""/>
        <dsp:cNvSpPr/>
      </dsp:nvSpPr>
      <dsp:spPr>
        <a:xfrm>
          <a:off x="3300722" y="877782"/>
          <a:ext cx="3000656" cy="1800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Requires less time</a:t>
          </a:r>
          <a:endParaRPr lang="en-IN" sz="2500" kern="1200" dirty="0"/>
        </a:p>
      </dsp:txBody>
      <dsp:txXfrm>
        <a:off x="3300722" y="877782"/>
        <a:ext cx="3000656" cy="1800394"/>
      </dsp:txXfrm>
    </dsp:sp>
    <dsp:sp modelId="{F5AFA6B9-E8C5-42C6-82EF-02610A29BCA2}">
      <dsp:nvSpPr>
        <dsp:cNvPr id="0" name=""/>
        <dsp:cNvSpPr/>
      </dsp:nvSpPr>
      <dsp:spPr>
        <a:xfrm>
          <a:off x="6601445" y="877782"/>
          <a:ext cx="3000656" cy="1800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Save storage memory space</a:t>
          </a:r>
          <a:endParaRPr lang="en-IN" sz="2500" kern="1200" dirty="0"/>
        </a:p>
      </dsp:txBody>
      <dsp:txXfrm>
        <a:off x="6601445" y="877782"/>
        <a:ext cx="3000656" cy="1800394"/>
      </dsp:txXfrm>
    </dsp:sp>
    <dsp:sp modelId="{A35DAE1E-BD3E-4705-B394-2999D106934A}">
      <dsp:nvSpPr>
        <dsp:cNvPr id="0" name=""/>
        <dsp:cNvSpPr/>
      </dsp:nvSpPr>
      <dsp:spPr>
        <a:xfrm>
          <a:off x="0" y="2978242"/>
          <a:ext cx="3000656" cy="1800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Data representation is easy</a:t>
          </a:r>
          <a:endParaRPr lang="en-IN" sz="2500" kern="1200" dirty="0"/>
        </a:p>
      </dsp:txBody>
      <dsp:txXfrm>
        <a:off x="0" y="2978242"/>
        <a:ext cx="3000656" cy="1800394"/>
      </dsp:txXfrm>
    </dsp:sp>
    <dsp:sp modelId="{631AF46A-3B75-42E3-A57D-7B6F4F42B7E9}">
      <dsp:nvSpPr>
        <dsp:cNvPr id="0" name=""/>
        <dsp:cNvSpPr/>
      </dsp:nvSpPr>
      <dsp:spPr>
        <a:xfrm>
          <a:off x="3300722" y="2978242"/>
          <a:ext cx="3000656" cy="1800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Easy access to the large database</a:t>
          </a:r>
          <a:endParaRPr lang="en-IN" sz="2500" kern="1200" dirty="0"/>
        </a:p>
      </dsp:txBody>
      <dsp:txXfrm>
        <a:off x="3300722" y="2978242"/>
        <a:ext cx="3000656" cy="1800394"/>
      </dsp:txXfrm>
    </dsp:sp>
    <dsp:sp modelId="{25AA4976-856C-4395-A415-0E28A8AD4A8F}">
      <dsp:nvSpPr>
        <dsp:cNvPr id="0" name=""/>
        <dsp:cNvSpPr/>
      </dsp:nvSpPr>
      <dsp:spPr>
        <a:xfrm>
          <a:off x="6601445" y="2978242"/>
          <a:ext cx="3000656" cy="18003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Modification of Data is easy</a:t>
          </a:r>
          <a:endParaRPr lang="en-IN" sz="2500" kern="1200" dirty="0"/>
        </a:p>
      </dsp:txBody>
      <dsp:txXfrm>
        <a:off x="6601445" y="2978242"/>
        <a:ext cx="3000656" cy="18003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0F183E-D155-4137-8073-CEAC729C321D}" type="datetimeFigureOut">
              <a:rPr lang="en-US" smtClean="0"/>
              <a:t>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8AEE93-5037-4F6E-9909-F727C2E1D8CC}" type="slidenum">
              <a:rPr lang="en-US" smtClean="0"/>
              <a:t>‹#›</a:t>
            </a:fld>
            <a:endParaRPr lang="en-US"/>
          </a:p>
        </p:txBody>
      </p:sp>
    </p:spTree>
    <p:extLst>
      <p:ext uri="{BB962C8B-B14F-4D97-AF65-F5344CB8AC3E}">
        <p14:creationId xmlns:p14="http://schemas.microsoft.com/office/powerpoint/2010/main" val="3698736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FEFB54C-D6CA-4926-AC6B-9407C5682D6C}" type="slidenum">
              <a:rPr lang="en-IN" smtClean="0"/>
              <a:t>21</a:t>
            </a:fld>
            <a:endParaRPr lang="en-IN"/>
          </a:p>
        </p:txBody>
      </p:sp>
    </p:spTree>
    <p:extLst>
      <p:ext uri="{BB962C8B-B14F-4D97-AF65-F5344CB8AC3E}">
        <p14:creationId xmlns:p14="http://schemas.microsoft.com/office/powerpoint/2010/main" val="2981564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E77DC9D-473D-46CE-B9E7-ED9B4772B21D}" type="datetimeFigureOut">
              <a:rPr lang="en-IN" smtClean="0"/>
              <a:t>07-01-2025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3591549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8332694" cy="989748"/>
          </a:xfrm>
          <a:solidFill>
            <a:schemeClr val="bg1"/>
          </a:solidFill>
        </p:spPr>
        <p:txBody>
          <a:bodyPr/>
          <a:lstStyle>
            <a:lvl1pPr algn="ctr">
              <a:defRPr>
                <a:solidFill>
                  <a:schemeClr val="tx1">
                    <a:lumMod val="95000"/>
                    <a:lumOff val="5000"/>
                  </a:schemeClr>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77DC9D-473D-46CE-B9E7-ED9B4772B21D}" type="datetimeFigureOut">
              <a:rPr lang="en-IN" smtClean="0"/>
              <a:t>07-01-2025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C94AF8-15BE-47FF-80D6-6D12A6DA34C6}" type="slidenum">
              <a:rPr lang="en-IN" smtClean="0"/>
              <a:t>‹#›</a:t>
            </a:fld>
            <a:endParaRPr lang="en-IN"/>
          </a:p>
        </p:txBody>
      </p:sp>
      <p:pic>
        <p:nvPicPr>
          <p:cNvPr id="7" name="Picture 6"/>
          <p:cNvPicPr>
            <a:picLocks noChangeAspect="1"/>
          </p:cNvPicPr>
          <p:nvPr/>
        </p:nvPicPr>
        <p:blipFill>
          <a:blip r:embed="rId2"/>
          <a:stretch>
            <a:fillRect/>
          </a:stretch>
        </p:blipFill>
        <p:spPr>
          <a:xfrm>
            <a:off x="9271466" y="136525"/>
            <a:ext cx="2828925" cy="981075"/>
          </a:xfrm>
          <a:prstGeom prst="rect">
            <a:avLst/>
          </a:prstGeom>
        </p:spPr>
      </p:pic>
      <p:pic>
        <p:nvPicPr>
          <p:cNvPr id="8" name="Picture 7"/>
          <p:cNvPicPr>
            <a:picLocks noChangeAspect="1"/>
          </p:cNvPicPr>
          <p:nvPr/>
        </p:nvPicPr>
        <p:blipFill>
          <a:blip r:embed="rId3"/>
          <a:stretch>
            <a:fillRect/>
          </a:stretch>
        </p:blipFill>
        <p:spPr>
          <a:xfrm>
            <a:off x="73399" y="6122988"/>
            <a:ext cx="809625" cy="762000"/>
          </a:xfrm>
          <a:prstGeom prst="rect">
            <a:avLst/>
          </a:prstGeom>
        </p:spPr>
      </p:pic>
    </p:spTree>
    <p:extLst>
      <p:ext uri="{BB962C8B-B14F-4D97-AF65-F5344CB8AC3E}">
        <p14:creationId xmlns:p14="http://schemas.microsoft.com/office/powerpoint/2010/main" val="520873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77DC9D-473D-46CE-B9E7-ED9B4772B21D}" type="datetimeFigureOut">
              <a:rPr lang="en-IN" smtClean="0"/>
              <a:t>07-01-2025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681733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77DC9D-473D-46CE-B9E7-ED9B4772B21D}" type="datetimeFigureOut">
              <a:rPr lang="en-IN" smtClean="0"/>
              <a:t>07-01-2025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4139668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77DC9D-473D-46CE-B9E7-ED9B4772B21D}" type="datetimeFigureOut">
              <a:rPr lang="en-IN" smtClean="0"/>
              <a:t>07-01-2025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303562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77DC9D-473D-46CE-B9E7-ED9B4772B21D}" type="datetimeFigureOut">
              <a:rPr lang="en-IN" smtClean="0"/>
              <a:t>07-01-2025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2276492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77DC9D-473D-46CE-B9E7-ED9B4772B21D}" type="datetimeFigureOut">
              <a:rPr lang="en-IN" smtClean="0"/>
              <a:t>07-01-2025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957795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7DC9D-473D-46CE-B9E7-ED9B4772B21D}" type="datetimeFigureOut">
              <a:rPr lang="en-IN" smtClean="0"/>
              <a:t>07-01-2025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4288848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7DC9D-473D-46CE-B9E7-ED9B4772B21D}" type="datetimeFigureOut">
              <a:rPr lang="en-IN" smtClean="0"/>
              <a:t>07-01-2025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160320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77DC9D-473D-46CE-B9E7-ED9B4772B21D}" type="datetimeFigureOut">
              <a:rPr lang="en-IN" smtClean="0"/>
              <a:t>07-01-2025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1843999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77DC9D-473D-46CE-B9E7-ED9B4772B21D}" type="datetimeFigureOut">
              <a:rPr lang="en-IN" smtClean="0"/>
              <a:t>07-01-2025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1037848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r>
              <a:rPr lang="en-US" noProof="0"/>
              <a:t>Click icon to add picture</a:t>
            </a:r>
            <a:endParaRPr lang="ru-RU" noProof="0" dirty="0"/>
          </a:p>
        </p:txBody>
      </p:sp>
    </p:spTree>
    <p:extLst>
      <p:ext uri="{BB962C8B-B14F-4D97-AF65-F5344CB8AC3E}">
        <p14:creationId xmlns:p14="http://schemas.microsoft.com/office/powerpoint/2010/main" val="4021208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E77DC9D-473D-46CE-B9E7-ED9B4772B21D}" type="datetimeFigureOut">
              <a:rPr lang="en-IN" smtClean="0"/>
              <a:t>07-01-2025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C94AF8-15BE-47FF-80D6-6D12A6DA34C6}" type="slidenum">
              <a:rPr lang="en-IN" smtClean="0"/>
              <a:t>‹#›</a:t>
            </a:fld>
            <a:endParaRPr lang="en-IN"/>
          </a:p>
        </p:txBody>
      </p:sp>
    </p:spTree>
    <p:extLst>
      <p:ext uri="{BB962C8B-B14F-4D97-AF65-F5344CB8AC3E}">
        <p14:creationId xmlns:p14="http://schemas.microsoft.com/office/powerpoint/2010/main" val="365067439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06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8281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13392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707999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769194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42160595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737647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6332492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4290109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8558951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6926173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1298024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774447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7615115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514979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77DC9D-473D-46CE-B9E7-ED9B4772B21D}" type="datetimeFigureOut">
              <a:rPr lang="en-IN" smtClean="0"/>
              <a:t>07-01-2025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C94AF8-15BE-47FF-80D6-6D12A6DA34C6}" type="slidenum">
              <a:rPr lang="en-IN" smtClean="0"/>
              <a:t>‹#›</a:t>
            </a:fld>
            <a:endParaRPr lang="en-IN"/>
          </a:p>
        </p:txBody>
      </p:sp>
      <p:pic>
        <p:nvPicPr>
          <p:cNvPr id="7" name="Picture 2" descr="Chandigarh University Admission 2024 Application and Fee"/>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32950"/>
            <a:ext cx="786452" cy="1250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1723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98674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p:hf hdr="0" ftr="0" dt="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youtube.com/watch?v=xLetJpcjHS0"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0F72-C503-5D64-CF6C-E50D885DB6FC}"/>
              </a:ext>
            </a:extLst>
          </p:cNvPr>
          <p:cNvSpPr>
            <a:spLocks noGrp="1"/>
          </p:cNvSpPr>
          <p:nvPr>
            <p:ph type="ctrTitle"/>
          </p:nvPr>
        </p:nvSpPr>
        <p:spPr>
          <a:xfrm>
            <a:off x="1087869" y="646981"/>
            <a:ext cx="9662160" cy="4244196"/>
          </a:xfrm>
        </p:spPr>
        <p:txBody>
          <a:bodyPr>
            <a:normAutofit/>
          </a:bodyPr>
          <a:lstStyle/>
          <a:p>
            <a:pPr lvl="0" defTabSz="622300">
              <a:spcAft>
                <a:spcPct val="35000"/>
              </a:spcAft>
            </a:pPr>
            <a:r>
              <a:rPr lang="en-US" sz="3600" b="1" dirty="0">
                <a:latin typeface="Times New Roman" panose="02020603050405020304" pitchFamily="18" charset="0"/>
                <a:ea typeface="Karla" pitchFamily="2" charset="0"/>
                <a:cs typeface="Times New Roman" panose="02020603050405020304" pitchFamily="18" charset="0"/>
              </a:rPr>
              <a:t>UNIVERSITY INSTITUTE OF COMPUTING</a:t>
            </a:r>
            <a:br>
              <a:rPr lang="en-US" sz="3600" b="1" dirty="0">
                <a:latin typeface="Times New Roman" panose="02020603050405020304" pitchFamily="18" charset="0"/>
                <a:ea typeface="Karla" pitchFamily="2" charset="0"/>
                <a:cs typeface="Times New Roman" panose="02020603050405020304" pitchFamily="18" charset="0"/>
              </a:rPr>
            </a:br>
            <a:r>
              <a:rPr lang="en-GB" altLang="en-US" sz="3600" b="1" dirty="0">
                <a:latin typeface="Times New Roman" panose="02020603050405020304" pitchFamily="18" charset="0"/>
                <a:ea typeface="Karla" pitchFamily="2" charset="0"/>
                <a:cs typeface="Times New Roman" panose="02020603050405020304" pitchFamily="18" charset="0"/>
              </a:rPr>
              <a:t>Bachelor </a:t>
            </a:r>
            <a:r>
              <a:rPr lang="en-US" sz="3600" b="1" dirty="0">
                <a:latin typeface="Times New Roman" panose="02020603050405020304" pitchFamily="18" charset="0"/>
                <a:ea typeface="Karla" pitchFamily="2" charset="0"/>
                <a:cs typeface="Times New Roman" panose="02020603050405020304" pitchFamily="18" charset="0"/>
              </a:rPr>
              <a:t>of Computer Application</a:t>
            </a:r>
            <a:br>
              <a:rPr lang="en-US" sz="3600" b="1" dirty="0">
                <a:latin typeface="Times New Roman" panose="02020603050405020304" pitchFamily="18" charset="0"/>
                <a:ea typeface="Karla" pitchFamily="2" charset="0"/>
                <a:cs typeface="Times New Roman" panose="02020603050405020304" pitchFamily="18" charset="0"/>
              </a:rPr>
            </a:br>
            <a:r>
              <a:rPr lang="en-US" sz="3600" dirty="0">
                <a:latin typeface="Times New Roman" panose="02020603050405020304" pitchFamily="18" charset="0"/>
                <a:ea typeface="Calibri" panose="020F0502020204030204" pitchFamily="34" charset="0"/>
                <a:cs typeface="Times New Roman" panose="02020603050405020304" pitchFamily="18" charset="0"/>
              </a:rPr>
              <a:t>Subject Name: Data Structure</a:t>
            </a:r>
            <a:br>
              <a:rPr lang="en-US" sz="3600" dirty="0">
                <a:latin typeface="Times New Roman" panose="02020603050405020304" pitchFamily="18" charset="0"/>
                <a:ea typeface="Calibri" panose="020F0502020204030204" pitchFamily="34" charset="0"/>
                <a:cs typeface="Times New Roman" panose="02020603050405020304" pitchFamily="18" charset="0"/>
              </a:rPr>
            </a:b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IN" sz="3600" b="1" dirty="0">
                <a:solidFill>
                  <a:srgbClr val="000000"/>
                </a:solidFill>
                <a:effectLst/>
                <a:latin typeface="Times New Roman" panose="02020603050405020304" pitchFamily="18" charset="0"/>
                <a:ea typeface="Times New Roman" panose="02020603050405020304" pitchFamily="18" charset="0"/>
              </a:rPr>
              <a:t>2</a:t>
            </a:r>
            <a:r>
              <a:rPr lang="en-IN" sz="3600" b="1" dirty="0">
                <a:effectLst/>
                <a:latin typeface="Times New Roman" panose="02020603050405020304" pitchFamily="18" charset="0"/>
                <a:ea typeface="Times New Roman" panose="02020603050405020304" pitchFamily="18" charset="0"/>
              </a:rPr>
              <a:t>4</a:t>
            </a:r>
            <a:r>
              <a:rPr lang="en-IN" sz="3600" b="1" dirty="0">
                <a:solidFill>
                  <a:srgbClr val="000000"/>
                </a:solidFill>
                <a:effectLst/>
                <a:latin typeface="Times New Roman" panose="02020603050405020304" pitchFamily="18" charset="0"/>
                <a:ea typeface="Times New Roman" panose="02020603050405020304" pitchFamily="18" charset="0"/>
              </a:rPr>
              <a:t>CAP-</a:t>
            </a:r>
            <a:r>
              <a:rPr lang="en-IN" sz="3600" b="1" dirty="0">
                <a:effectLst/>
                <a:latin typeface="Times New Roman" panose="02020603050405020304" pitchFamily="18" charset="0"/>
                <a:ea typeface="Times New Roman" panose="02020603050405020304" pitchFamily="18" charset="0"/>
              </a:rPr>
              <a:t>151/24SCT-151</a:t>
            </a:r>
            <a:br>
              <a:rPr lang="en-US" sz="3600" dirty="0">
                <a:latin typeface="Times New Roman" panose="02020603050405020304" pitchFamily="18" charset="0"/>
                <a:ea typeface="Calibri" panose="020F0502020204030204" pitchFamily="34" charset="0"/>
                <a:cs typeface="Times New Roman" panose="02020603050405020304" pitchFamily="18" charset="0"/>
              </a:rPr>
            </a:br>
            <a:r>
              <a:rPr lang="en-US" sz="3600" dirty="0">
                <a:latin typeface="Times New Roman" panose="02020603050405020304" pitchFamily="18" charset="0"/>
                <a:ea typeface="Calibri" panose="020F0502020204030204" pitchFamily="34" charset="0"/>
                <a:cs typeface="Times New Roman" panose="02020603050405020304" pitchFamily="18" charset="0"/>
              </a:rPr>
              <a:t> </a:t>
            </a:r>
            <a:endParaRPr lang="en-US" sz="36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936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VISION</a:t>
            </a:r>
          </a:p>
        </p:txBody>
      </p:sp>
      <p:sp>
        <p:nvSpPr>
          <p:cNvPr id="3" name="Content Placeholder 2"/>
          <p:cNvSpPr>
            <a:spLocks noGrp="1"/>
          </p:cNvSpPr>
          <p:nvPr>
            <p:ph idx="1"/>
          </p:nvPr>
        </p:nvSpPr>
        <p:spPr/>
        <p:txBody>
          <a:bodyPr/>
          <a:lstStyle/>
          <a:p>
            <a:pPr marL="0" indent="0">
              <a:buNone/>
            </a:pPr>
            <a:r>
              <a:rPr lang="en-US"/>
              <a:t>To be a Centre of Excellence for nurturing computer professionals with strong application expertise through experiential learning and research for matching the requirements of industry and society instilling in them the spirit of innovation and entrepreneurship.</a:t>
            </a:r>
          </a:p>
        </p:txBody>
      </p:sp>
      <p:sp>
        <p:nvSpPr>
          <p:cNvPr id="4" name="Slide Number Placeholder 3"/>
          <p:cNvSpPr>
            <a:spLocks noGrp="1"/>
          </p:cNvSpPr>
          <p:nvPr>
            <p:ph type="sldNum" sz="quarter" idx="12"/>
          </p:nvPr>
        </p:nvSpPr>
        <p:spPr/>
        <p:txBody>
          <a:bodyPr/>
          <a:lstStyle/>
          <a:p>
            <a:fld id="{BDCDBBEF-AA6C-4BA6-85B2-A17D7F280E38}" type="slidenum">
              <a:rPr lang="en-US" smtClean="0"/>
              <a:t>2</a:t>
            </a:fld>
            <a:endParaRPr lang="en-US"/>
          </a:p>
        </p:txBody>
      </p:sp>
    </p:spTree>
    <p:extLst>
      <p:ext uri="{BB962C8B-B14F-4D97-AF65-F5344CB8AC3E}">
        <p14:creationId xmlns:p14="http://schemas.microsoft.com/office/powerpoint/2010/main" val="1111145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Mission of the Department</a:t>
            </a:r>
          </a:p>
        </p:txBody>
      </p:sp>
      <p:sp>
        <p:nvSpPr>
          <p:cNvPr id="3" name="Content Placeholder 2"/>
          <p:cNvSpPr>
            <a:spLocks noGrp="1"/>
          </p:cNvSpPr>
          <p:nvPr>
            <p:ph idx="1"/>
          </p:nvPr>
        </p:nvSpPr>
        <p:spPr/>
        <p:txBody>
          <a:bodyPr>
            <a:normAutofit lnSpcReduction="10000"/>
          </a:bodyPr>
          <a:lstStyle/>
          <a:p>
            <a:pPr marL="0" indent="0">
              <a:buNone/>
            </a:pPr>
            <a:r>
              <a:rPr lang="en-US"/>
              <a:t>M1.	To provide innovative learning centric facilities and quality-oriented teaching learning process for solving computational problems.</a:t>
            </a:r>
          </a:p>
          <a:p>
            <a:pPr marL="0" indent="0">
              <a:buNone/>
            </a:pPr>
            <a:r>
              <a:rPr lang="en-US"/>
              <a:t>M2.	To provide a frame work through Project Based Learning to support society and industry in promoting  a multidisciplinary activity.</a:t>
            </a:r>
          </a:p>
          <a:p>
            <a:pPr marL="0" indent="0">
              <a:buNone/>
            </a:pPr>
            <a:r>
              <a:rPr lang="en-US"/>
              <a:t>M3.	To develop crystal clear evaluation system and experiential learning mechanism aligned with futuristic technologies and industry.</a:t>
            </a:r>
          </a:p>
          <a:p>
            <a:pPr marL="0" indent="0">
              <a:buNone/>
            </a:pPr>
            <a:r>
              <a:rPr lang="en-US"/>
              <a:t>M4.	To provide doorway for promoting research, innovation and entrepreneurship skills incollaboration with industry and academia.</a:t>
            </a:r>
          </a:p>
          <a:p>
            <a:pPr marL="0" indent="0">
              <a:buNone/>
            </a:pPr>
            <a:r>
              <a:rPr lang="en-US"/>
              <a:t>M5.	To undertake societal activities for upliftment of rural/deprived sections of the society.</a:t>
            </a:r>
          </a:p>
        </p:txBody>
      </p:sp>
      <p:sp>
        <p:nvSpPr>
          <p:cNvPr id="4" name="Slide Number Placeholder 3"/>
          <p:cNvSpPr>
            <a:spLocks noGrp="1"/>
          </p:cNvSpPr>
          <p:nvPr>
            <p:ph type="sldNum" sz="quarter" idx="12"/>
          </p:nvPr>
        </p:nvSpPr>
        <p:spPr/>
        <p:txBody>
          <a:bodyPr/>
          <a:lstStyle/>
          <a:p>
            <a:fld id="{BDCDBBEF-AA6C-4BA6-85B2-A17D7F280E38}" type="slidenum">
              <a:rPr lang="en-US" smtClean="0"/>
              <a:t>3</a:t>
            </a:fld>
            <a:endParaRPr lang="en-US"/>
          </a:p>
        </p:txBody>
      </p:sp>
    </p:spTree>
    <p:extLst>
      <p:ext uri="{BB962C8B-B14F-4D97-AF65-F5344CB8AC3E}">
        <p14:creationId xmlns:p14="http://schemas.microsoft.com/office/powerpoint/2010/main" val="3666442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Program Outcomes</a:t>
            </a:r>
          </a:p>
        </p:txBody>
      </p:sp>
      <p:sp>
        <p:nvSpPr>
          <p:cNvPr id="3" name="Content Placeholder 2"/>
          <p:cNvSpPr>
            <a:spLocks noGrp="1"/>
          </p:cNvSpPr>
          <p:nvPr>
            <p:ph idx="1"/>
          </p:nvPr>
        </p:nvSpPr>
        <p:spPr>
          <a:xfrm>
            <a:off x="838200" y="1126490"/>
            <a:ext cx="10515600" cy="5050790"/>
          </a:xfrm>
        </p:spPr>
        <p:txBody>
          <a:bodyPr/>
          <a:lstStyle/>
          <a:p>
            <a:r>
              <a:rPr lang="en-GB" altLang="en-US" sz="1200"/>
              <a:t>PO1 </a:t>
            </a:r>
            <a:r>
              <a:rPr lang="en-US" sz="1200"/>
              <a:t>Apply mathematics and computing fundamental and domain concepts to find out the solution of defined problems and requirements. (Computational Knowledge)</a:t>
            </a:r>
          </a:p>
          <a:p>
            <a:r>
              <a:rPr lang="en-GB" altLang="en-US" sz="1200">
                <a:sym typeface="+mn-ea"/>
              </a:rPr>
              <a:t>PO2 </a:t>
            </a:r>
            <a:r>
              <a:rPr lang="en-US" sz="1200"/>
              <a:t>Use fundamental principle of Mathematics and Computing to identify, formulate research literature for solving complex problems, reaching appropriate solutions. (Problem Analysis)</a:t>
            </a:r>
          </a:p>
          <a:p>
            <a:r>
              <a:rPr lang="en-GB" altLang="en-US" sz="1200">
                <a:sym typeface="+mn-ea"/>
              </a:rPr>
              <a:t>PO3 </a:t>
            </a:r>
            <a:r>
              <a:rPr lang="en-US" sz="1200"/>
              <a:t>Understand to design, analyze and develop solutions and evaluate system components or processes to meet specific need for local, regional and global public health, societal, cultural, and environmental systems.</a:t>
            </a:r>
          </a:p>
          <a:p>
            <a:r>
              <a:rPr lang="en-US" sz="1200"/>
              <a:t> </a:t>
            </a:r>
            <a:r>
              <a:rPr lang="en-GB" altLang="en-US" sz="1200">
                <a:sym typeface="+mn-ea"/>
              </a:rPr>
              <a:t>PO4 </a:t>
            </a:r>
            <a:r>
              <a:rPr lang="en-US" sz="1200"/>
              <a:t>(Design /Development of Solutions)Use expertise research-based knowledge and methods including skills for analysis and development of information to reach valid conclusions. (Conduct Investigations of Complex Computing Problems)</a:t>
            </a:r>
          </a:p>
          <a:p>
            <a:r>
              <a:rPr lang="en-GB" altLang="en-US" sz="1200">
                <a:sym typeface="+mn-ea"/>
              </a:rPr>
              <a:t>PO5 </a:t>
            </a:r>
            <a:r>
              <a:rPr lang="en-US" sz="1200"/>
              <a:t>Adapt, apply appropriate modern computing tools and techniques to solve computing activities keeping in view the limitations. (Modern Tool Usage)</a:t>
            </a:r>
          </a:p>
          <a:p>
            <a:r>
              <a:rPr lang="en-GB" altLang="en-US" sz="1200">
                <a:sym typeface="+mn-ea"/>
              </a:rPr>
              <a:t>PO6 </a:t>
            </a:r>
            <a:r>
              <a:rPr lang="en-US" sz="1200"/>
              <a:t>Exhibiting ethics for regulations, responsibilities and norms in professional computing practices. (Professional Ethics)</a:t>
            </a:r>
          </a:p>
          <a:p>
            <a:r>
              <a:rPr lang="en-GB" altLang="en-US" sz="1200">
                <a:sym typeface="+mn-ea"/>
              </a:rPr>
              <a:t>PO7 </a:t>
            </a:r>
            <a:r>
              <a:rPr lang="en-US" sz="1200"/>
              <a:t>Enlighten knowledge to enhance understanding and building research, strategies in independent learning for continual development as computer applications professional. (Life-long Learning)</a:t>
            </a:r>
          </a:p>
          <a:p>
            <a:r>
              <a:rPr lang="en-GB" altLang="en-US" sz="1200">
                <a:sym typeface="+mn-ea"/>
              </a:rPr>
              <a:t>PO8 </a:t>
            </a:r>
            <a:r>
              <a:rPr lang="en-US" sz="1200"/>
              <a:t>Establishing strategies in developing and implementing ideas in multi- disciplinary environments using computing and management skills as a member or leader in a team. (Project Management and Finance)</a:t>
            </a:r>
          </a:p>
          <a:p>
            <a:r>
              <a:rPr lang="en-GB" altLang="en-US" sz="1200">
                <a:sym typeface="+mn-ea"/>
              </a:rPr>
              <a:t>PO9 </a:t>
            </a:r>
            <a:r>
              <a:rPr lang="en-US" sz="1200"/>
              <a:t>Contribute to progressive community and society in comprehending computing activities by writing effective reports, designing documentation, making effective presentation, and understand instructions. (Communication Efficacy)</a:t>
            </a:r>
          </a:p>
          <a:p>
            <a:r>
              <a:rPr lang="en-GB" altLang="en-US" sz="1200">
                <a:sym typeface="+mn-ea"/>
              </a:rPr>
              <a:t>PO10 </a:t>
            </a:r>
            <a:r>
              <a:rPr lang="en-US" sz="1200"/>
              <a:t>Apply mathematics and computing knowledge to access and solve issues relating to health, safety, societal, environmental, legal, and cultural issues within local, regional and global context. (Societal and Environmental Concern)</a:t>
            </a:r>
          </a:p>
          <a:p>
            <a:r>
              <a:rPr lang="en-GB" altLang="en-US" sz="1200">
                <a:sym typeface="+mn-ea"/>
              </a:rPr>
              <a:t>PO11 </a:t>
            </a:r>
            <a:r>
              <a:rPr lang="en-US" sz="1200"/>
              <a:t>Gain confidence for self and continuous learning to improve knowledge and competence as a member or leader of a team. (Individual and Teamwork)</a:t>
            </a:r>
          </a:p>
          <a:p>
            <a:r>
              <a:rPr lang="en-GB" altLang="en-US" sz="1200">
                <a:sym typeface="+mn-ea"/>
              </a:rPr>
              <a:t>PO12 </a:t>
            </a:r>
            <a:r>
              <a:rPr lang="en-US" sz="1200"/>
              <a:t>Learn to innovate, design and develop solutions for solving real life business problems and addressing business development issues with a passion for quality competency and holistic approach. (Innovation and Entrepreneurship)</a:t>
            </a:r>
          </a:p>
        </p:txBody>
      </p:sp>
      <p:sp>
        <p:nvSpPr>
          <p:cNvPr id="4" name="Slide Number Placeholder 3"/>
          <p:cNvSpPr>
            <a:spLocks noGrp="1"/>
          </p:cNvSpPr>
          <p:nvPr>
            <p:ph type="sldNum" sz="quarter" idx="12"/>
          </p:nvPr>
        </p:nvSpPr>
        <p:spPr/>
        <p:txBody>
          <a:bodyPr/>
          <a:lstStyle/>
          <a:p>
            <a:fld id="{BDCDBBEF-AA6C-4BA6-85B2-A17D7F280E38}" type="slidenum">
              <a:rPr lang="en-US" smtClean="0"/>
              <a:t>4</a:t>
            </a:fld>
            <a:endParaRPr lang="en-US"/>
          </a:p>
        </p:txBody>
      </p:sp>
    </p:spTree>
    <p:extLst>
      <p:ext uri="{BB962C8B-B14F-4D97-AF65-F5344CB8AC3E}">
        <p14:creationId xmlns:p14="http://schemas.microsoft.com/office/powerpoint/2010/main" val="99334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Program Educational Objectives</a:t>
            </a:r>
          </a:p>
        </p:txBody>
      </p:sp>
      <p:sp>
        <p:nvSpPr>
          <p:cNvPr id="3" name="Content Placeholder 2"/>
          <p:cNvSpPr>
            <a:spLocks noGrp="1"/>
          </p:cNvSpPr>
          <p:nvPr>
            <p:ph idx="1"/>
          </p:nvPr>
        </p:nvSpPr>
        <p:spPr/>
        <p:txBody>
          <a:bodyPr/>
          <a:lstStyle/>
          <a:p>
            <a:pPr marL="0" indent="0">
              <a:buNone/>
            </a:pPr>
            <a:r>
              <a:rPr lang="en-GB" altLang="en-US" sz="1800" dirty="0"/>
              <a:t>PEO1 </a:t>
            </a:r>
            <a:r>
              <a:rPr lang="en-US" sz="1800" dirty="0"/>
              <a:t>Demonstrate analytical and design skills including the ability to generate creative solutions and foster team-oriented professionalism through effective communication in their careers.</a:t>
            </a:r>
          </a:p>
          <a:p>
            <a:pPr marL="0" indent="0">
              <a:buNone/>
            </a:pPr>
            <a:r>
              <a:rPr lang="en-GB" altLang="en-US" sz="1800" dirty="0">
                <a:sym typeface="+mn-ea"/>
              </a:rPr>
              <a:t>PEO2 </a:t>
            </a:r>
            <a:r>
              <a:rPr lang="en-US" sz="1800" dirty="0"/>
              <a:t>Expertise in successful careers based on their understanding of formal and practical methods of application development using the concept of computer programming languages and design principles in accordance to industry 4.0</a:t>
            </a:r>
          </a:p>
          <a:p>
            <a:pPr marL="0" indent="0">
              <a:buNone/>
            </a:pPr>
            <a:r>
              <a:rPr lang="en-GB" altLang="en-US" sz="1800" dirty="0">
                <a:sym typeface="+mn-ea"/>
              </a:rPr>
              <a:t>PEO3 </a:t>
            </a:r>
            <a:r>
              <a:rPr lang="en-US" sz="1800" dirty="0"/>
              <a:t>Exhibit the growth of the nation and society by implementing and acquiring knowledge of upliftment of health, safety and other societal issues.</a:t>
            </a:r>
          </a:p>
          <a:p>
            <a:pPr marL="0" indent="0">
              <a:buNone/>
            </a:pPr>
            <a:r>
              <a:rPr lang="en-GB" altLang="en-US" sz="1800" dirty="0">
                <a:sym typeface="+mn-ea"/>
              </a:rPr>
              <a:t>PEO4 </a:t>
            </a:r>
            <a:r>
              <a:rPr lang="en-US" sz="1800" dirty="0"/>
              <a:t>Implement their exhibiting critical thinking and problem- solving skills in professional practices or tackle social, technical and business challenges.</a:t>
            </a:r>
          </a:p>
        </p:txBody>
      </p:sp>
      <p:sp>
        <p:nvSpPr>
          <p:cNvPr id="4" name="Slide Number Placeholder 3"/>
          <p:cNvSpPr>
            <a:spLocks noGrp="1"/>
          </p:cNvSpPr>
          <p:nvPr>
            <p:ph type="sldNum" sz="quarter" idx="12"/>
          </p:nvPr>
        </p:nvSpPr>
        <p:spPr/>
        <p:txBody>
          <a:bodyPr/>
          <a:lstStyle/>
          <a:p>
            <a:fld id="{BDCDBBEF-AA6C-4BA6-85B2-A17D7F280E38}" type="slidenum">
              <a:rPr lang="en-US" smtClean="0"/>
              <a:t>5</a:t>
            </a:fld>
            <a:endParaRPr lang="en-US"/>
          </a:p>
        </p:txBody>
      </p:sp>
    </p:spTree>
    <p:extLst>
      <p:ext uri="{BB962C8B-B14F-4D97-AF65-F5344CB8AC3E}">
        <p14:creationId xmlns:p14="http://schemas.microsoft.com/office/powerpoint/2010/main" val="2708081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Program Specific Outcomes</a:t>
            </a:r>
          </a:p>
        </p:txBody>
      </p:sp>
      <p:sp>
        <p:nvSpPr>
          <p:cNvPr id="3" name="Content Placeholder 2"/>
          <p:cNvSpPr>
            <a:spLocks noGrp="1"/>
          </p:cNvSpPr>
          <p:nvPr>
            <p:ph idx="1"/>
          </p:nvPr>
        </p:nvSpPr>
        <p:spPr/>
        <p:txBody>
          <a:bodyPr/>
          <a:lstStyle/>
          <a:p>
            <a:pPr marL="0" indent="0">
              <a:buNone/>
            </a:pPr>
            <a:r>
              <a:rPr lang="en-GB" altLang="en-US" dirty="0"/>
              <a:t>PSO1 </a:t>
            </a:r>
            <a:r>
              <a:rPr lang="en-US" dirty="0"/>
              <a:t>Analyze their abilities in systematic planning, developing, testing and executing complex computing applications in field of Social-Media and Analytics, Web Application Development and Data Interpretations.</a:t>
            </a:r>
          </a:p>
          <a:p>
            <a:pPr marL="0" indent="0">
              <a:buNone/>
            </a:pPr>
            <a:r>
              <a:rPr lang="en-GB" altLang="en-US" dirty="0"/>
              <a:t>PSO2 </a:t>
            </a:r>
            <a:r>
              <a:rPr lang="en-US" dirty="0"/>
              <a:t>Apprise in-depth expertise and sustainable learning that contributes to multi-disciplinary creativity, permutation, modernization and study to address global interest.</a:t>
            </a:r>
          </a:p>
        </p:txBody>
      </p:sp>
      <p:sp>
        <p:nvSpPr>
          <p:cNvPr id="4" name="Slide Number Placeholder 3"/>
          <p:cNvSpPr>
            <a:spLocks noGrp="1"/>
          </p:cNvSpPr>
          <p:nvPr>
            <p:ph type="sldNum" sz="quarter" idx="12"/>
          </p:nvPr>
        </p:nvSpPr>
        <p:spPr/>
        <p:txBody>
          <a:bodyPr/>
          <a:lstStyle/>
          <a:p>
            <a:fld id="{BDCDBBEF-AA6C-4BA6-85B2-A17D7F280E38}" type="slidenum">
              <a:rPr lang="en-US" smtClean="0"/>
              <a:t>6</a:t>
            </a:fld>
            <a:endParaRPr lang="en-US"/>
          </a:p>
        </p:txBody>
      </p:sp>
    </p:spTree>
    <p:extLst>
      <p:ext uri="{BB962C8B-B14F-4D97-AF65-F5344CB8AC3E}">
        <p14:creationId xmlns:p14="http://schemas.microsoft.com/office/powerpoint/2010/main" val="2719929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p:txBody>
          <a:bodyPr>
            <a:normAutofit/>
          </a:bodyPr>
          <a:lstStyle/>
          <a:p>
            <a:r>
              <a:rPr lang="en-US" dirty="0"/>
              <a:t>Course Objectives</a:t>
            </a:r>
          </a:p>
          <a:p>
            <a:r>
              <a:rPr lang="en-US" dirty="0"/>
              <a:t>Course Outcomes</a:t>
            </a:r>
          </a:p>
          <a:p>
            <a:r>
              <a:rPr lang="en-US" dirty="0"/>
              <a:t>Program Outcomes</a:t>
            </a:r>
          </a:p>
          <a:p>
            <a:r>
              <a:rPr lang="en-US" dirty="0"/>
              <a:t>Syllabus </a:t>
            </a:r>
          </a:p>
          <a:p>
            <a:r>
              <a:rPr lang="en-US" dirty="0"/>
              <a:t>Introduction to Data Structure </a:t>
            </a:r>
          </a:p>
          <a:p>
            <a:r>
              <a:rPr lang="en-US" dirty="0"/>
              <a:t>Importance of Data Structure</a:t>
            </a:r>
          </a:p>
          <a:p>
            <a:r>
              <a:rPr lang="en-US" dirty="0"/>
              <a:t>Need of Data Structure </a:t>
            </a:r>
          </a:p>
          <a:p>
            <a:r>
              <a:rPr lang="en-US" dirty="0"/>
              <a:t>Applications </a:t>
            </a:r>
          </a:p>
        </p:txBody>
      </p:sp>
    </p:spTree>
    <p:extLst>
      <p:ext uri="{BB962C8B-B14F-4D97-AF65-F5344CB8AC3E}">
        <p14:creationId xmlns:p14="http://schemas.microsoft.com/office/powerpoint/2010/main" val="3416601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Description</a:t>
            </a:r>
          </a:p>
        </p:txBody>
      </p:sp>
      <p:graphicFrame>
        <p:nvGraphicFramePr>
          <p:cNvPr id="4" name="Diagram 3">
            <a:extLst>
              <a:ext uri="{FF2B5EF4-FFF2-40B4-BE49-F238E27FC236}">
                <a16:creationId xmlns:a16="http://schemas.microsoft.com/office/drawing/2014/main" id="{8D8855AB-CEF5-6D22-07DA-4BC4FEEAB50E}"/>
              </a:ext>
            </a:extLst>
          </p:cNvPr>
          <p:cNvGraphicFramePr/>
          <p:nvPr>
            <p:extLst>
              <p:ext uri="{D42A27DB-BD31-4B8C-83A1-F6EECF244321}">
                <p14:modId xmlns:p14="http://schemas.microsoft.com/office/powerpoint/2010/main" val="568851891"/>
              </p:ext>
            </p:extLst>
          </p:nvPr>
        </p:nvGraphicFramePr>
        <p:xfrm>
          <a:off x="838200" y="1483743"/>
          <a:ext cx="10427898" cy="48394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267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Course Objectives</a:t>
            </a:r>
          </a:p>
        </p:txBody>
      </p:sp>
      <p:sp>
        <p:nvSpPr>
          <p:cNvPr id="4" name="Slide Number Placeholder 3"/>
          <p:cNvSpPr>
            <a:spLocks noGrp="1"/>
          </p:cNvSpPr>
          <p:nvPr>
            <p:ph type="sldNum" sz="quarter" idx="12"/>
          </p:nvPr>
        </p:nvSpPr>
        <p:spPr/>
        <p:txBody>
          <a:bodyPr/>
          <a:lstStyle/>
          <a:p>
            <a:fld id="{BDCDBBEF-AA6C-4BA6-85B2-A17D7F280E38}" type="slidenum">
              <a:rPr lang="en-US" smtClean="0"/>
              <a:t>9</a:t>
            </a:fld>
            <a:endParaRPr lang="en-US"/>
          </a:p>
        </p:txBody>
      </p:sp>
      <p:graphicFrame>
        <p:nvGraphicFramePr>
          <p:cNvPr id="5" name="Diagram 4">
            <a:extLst>
              <a:ext uri="{FF2B5EF4-FFF2-40B4-BE49-F238E27FC236}">
                <a16:creationId xmlns:a16="http://schemas.microsoft.com/office/drawing/2014/main" id="{0B9E0E2F-C570-F6D5-6D65-4ED0AF1032C4}"/>
              </a:ext>
            </a:extLst>
          </p:cNvPr>
          <p:cNvGraphicFramePr/>
          <p:nvPr>
            <p:extLst>
              <p:ext uri="{D42A27DB-BD31-4B8C-83A1-F6EECF244321}">
                <p14:modId xmlns:p14="http://schemas.microsoft.com/office/powerpoint/2010/main" val="204111804"/>
              </p:ext>
            </p:extLst>
          </p:nvPr>
        </p:nvGraphicFramePr>
        <p:xfrm>
          <a:off x="-990335" y="1302808"/>
          <a:ext cx="1198038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5854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Course Outcomes</a:t>
            </a:r>
          </a:p>
        </p:txBody>
      </p:sp>
      <p:sp>
        <p:nvSpPr>
          <p:cNvPr id="4" name="Slide Number Placeholder 3"/>
          <p:cNvSpPr>
            <a:spLocks noGrp="1"/>
          </p:cNvSpPr>
          <p:nvPr>
            <p:ph type="sldNum" sz="quarter" idx="12"/>
          </p:nvPr>
        </p:nvSpPr>
        <p:spPr/>
        <p:txBody>
          <a:bodyPr/>
          <a:lstStyle/>
          <a:p>
            <a:fld id="{BDCDBBEF-AA6C-4BA6-85B2-A17D7F280E38}" type="slidenum">
              <a:rPr lang="en-US" smtClean="0"/>
              <a:t>10</a:t>
            </a:fld>
            <a:endParaRPr lang="en-US"/>
          </a:p>
        </p:txBody>
      </p:sp>
      <p:graphicFrame>
        <p:nvGraphicFramePr>
          <p:cNvPr id="6" name="Diagram 5">
            <a:extLst>
              <a:ext uri="{FF2B5EF4-FFF2-40B4-BE49-F238E27FC236}">
                <a16:creationId xmlns:a16="http://schemas.microsoft.com/office/drawing/2014/main" id="{8CF642C6-6BA4-E20F-2993-9FF61FB59158}"/>
              </a:ext>
            </a:extLst>
          </p:cNvPr>
          <p:cNvGraphicFramePr/>
          <p:nvPr>
            <p:extLst>
              <p:ext uri="{D42A27DB-BD31-4B8C-83A1-F6EECF244321}">
                <p14:modId xmlns:p14="http://schemas.microsoft.com/office/powerpoint/2010/main" val="3432664286"/>
              </p:ext>
            </p:extLst>
          </p:nvPr>
        </p:nvGraphicFramePr>
        <p:xfrm>
          <a:off x="1445403" y="1302808"/>
          <a:ext cx="8889041"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428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Program Outcomes</a:t>
            </a:r>
          </a:p>
        </p:txBody>
      </p:sp>
      <p:sp>
        <p:nvSpPr>
          <p:cNvPr id="3" name="Content Placeholder 2"/>
          <p:cNvSpPr>
            <a:spLocks noGrp="1"/>
          </p:cNvSpPr>
          <p:nvPr>
            <p:ph idx="1"/>
          </p:nvPr>
        </p:nvSpPr>
        <p:spPr>
          <a:xfrm>
            <a:off x="838200" y="1126490"/>
            <a:ext cx="10515600" cy="5050790"/>
          </a:xfrm>
        </p:spPr>
        <p:txBody>
          <a:bodyPr/>
          <a:lstStyle/>
          <a:p>
            <a:r>
              <a:rPr lang="en-GB" altLang="en-US" sz="1200" dirty="0"/>
              <a:t>PO1 </a:t>
            </a:r>
            <a:r>
              <a:rPr lang="en-US" sz="1200" dirty="0"/>
              <a:t>Apply mathematics and computing fundamental and domain concepts to find out the solution of defined problems and requirements. (Computational Knowledge)</a:t>
            </a:r>
          </a:p>
          <a:p>
            <a:r>
              <a:rPr lang="en-GB" altLang="en-US" sz="1200" dirty="0">
                <a:sym typeface="+mn-ea"/>
              </a:rPr>
              <a:t>PO2 </a:t>
            </a:r>
            <a:r>
              <a:rPr lang="en-US" sz="1200" dirty="0"/>
              <a:t>Use fundamental principle of Mathematics and Computing to identify, formulate research literature for solving complex problems, reaching appropriate solutions. (Problem Analysis)</a:t>
            </a:r>
          </a:p>
          <a:p>
            <a:r>
              <a:rPr lang="en-GB" altLang="en-US" sz="1200" dirty="0">
                <a:sym typeface="+mn-ea"/>
              </a:rPr>
              <a:t>PO3 </a:t>
            </a:r>
            <a:r>
              <a:rPr lang="en-US" sz="1200" dirty="0"/>
              <a:t>Understand to design, analyze and develop solutions and evaluate system components or processes to meet specific need for local, regional and global public health, societal, cultural, and environmental systems.</a:t>
            </a:r>
          </a:p>
          <a:p>
            <a:r>
              <a:rPr lang="en-US" sz="1200" dirty="0"/>
              <a:t> </a:t>
            </a:r>
            <a:r>
              <a:rPr lang="en-GB" altLang="en-US" sz="1200" dirty="0">
                <a:sym typeface="+mn-ea"/>
              </a:rPr>
              <a:t>PO4 </a:t>
            </a:r>
            <a:r>
              <a:rPr lang="en-US" sz="1200" dirty="0"/>
              <a:t>(Design /Development of Solutions)Use expertise research-based knowledge and methods including skills for analysis and development of information to reach valid conclusions. (Conduct Investigations of Complex Computing Problems)</a:t>
            </a:r>
          </a:p>
          <a:p>
            <a:r>
              <a:rPr lang="en-GB" altLang="en-US" sz="1200" dirty="0">
                <a:sym typeface="+mn-ea"/>
              </a:rPr>
              <a:t>PO5 </a:t>
            </a:r>
            <a:r>
              <a:rPr lang="en-US" sz="1200" dirty="0"/>
              <a:t>Adapt, apply appropriate modern computing tools and techniques to solve computing activities keeping in view the limitations. (Modern Tool Usage)</a:t>
            </a:r>
          </a:p>
          <a:p>
            <a:r>
              <a:rPr lang="en-GB" altLang="en-US" sz="1200" dirty="0">
                <a:sym typeface="+mn-ea"/>
              </a:rPr>
              <a:t>PO6 </a:t>
            </a:r>
            <a:r>
              <a:rPr lang="en-US" sz="1200" dirty="0"/>
              <a:t>Exhibiting ethics for regulations, responsibilities and norms in professional computing practices. (Professional Ethics)</a:t>
            </a:r>
          </a:p>
          <a:p>
            <a:r>
              <a:rPr lang="en-GB" altLang="en-US" sz="1200" dirty="0">
                <a:sym typeface="+mn-ea"/>
              </a:rPr>
              <a:t>PO7 </a:t>
            </a:r>
            <a:r>
              <a:rPr lang="en-US" sz="1200" dirty="0"/>
              <a:t>Enlighten knowledge to enhance understanding and building research, strategies in independent learning for continual development as computer applications professional. (Life-long Learning)</a:t>
            </a:r>
          </a:p>
          <a:p>
            <a:r>
              <a:rPr lang="en-GB" altLang="en-US" sz="1200" dirty="0">
                <a:sym typeface="+mn-ea"/>
              </a:rPr>
              <a:t>PO8 </a:t>
            </a:r>
            <a:r>
              <a:rPr lang="en-US" sz="1200" dirty="0"/>
              <a:t>Establishing strategies in developing and implementing ideas in multi- disciplinary environments using computing and management skills as a member or leader in a team. (Project Management and Finance)</a:t>
            </a:r>
          </a:p>
          <a:p>
            <a:r>
              <a:rPr lang="en-GB" altLang="en-US" sz="1200" dirty="0">
                <a:sym typeface="+mn-ea"/>
              </a:rPr>
              <a:t>PO9 </a:t>
            </a:r>
            <a:r>
              <a:rPr lang="en-US" sz="1200" dirty="0"/>
              <a:t>Contribute to progressive community and society in comprehending computing activities by writing effective reports, designing documentation, making effective presentation, and understand instructions. (Communication Efficacy)</a:t>
            </a:r>
          </a:p>
          <a:p>
            <a:r>
              <a:rPr lang="en-GB" altLang="en-US" sz="1200" dirty="0">
                <a:sym typeface="+mn-ea"/>
              </a:rPr>
              <a:t>PO10 </a:t>
            </a:r>
            <a:r>
              <a:rPr lang="en-US" sz="1200" dirty="0"/>
              <a:t>Apply mathematics and computing knowledge to access and solve issues relating to health, safety, societal, environmental, legal, and cultural issues within local, regional and global context. (Societal and Environmental Concern)</a:t>
            </a:r>
          </a:p>
          <a:p>
            <a:r>
              <a:rPr lang="en-GB" altLang="en-US" sz="1200" dirty="0">
                <a:sym typeface="+mn-ea"/>
              </a:rPr>
              <a:t>PO11 </a:t>
            </a:r>
            <a:r>
              <a:rPr lang="en-US" sz="1200" dirty="0"/>
              <a:t>Gain confidence for self and continuous learning to improve knowledge and competence as a member or leader of a team. (Individual and Teamwork)</a:t>
            </a:r>
          </a:p>
          <a:p>
            <a:r>
              <a:rPr lang="en-GB" altLang="en-US" sz="1200" dirty="0">
                <a:sym typeface="+mn-ea"/>
              </a:rPr>
              <a:t>PO12 </a:t>
            </a:r>
            <a:r>
              <a:rPr lang="en-US" sz="1200" dirty="0"/>
              <a:t>Learn to innovate, design and develop solutions for solving real life business problems and addressing business development issues with a passion for quality competency and holistic approach. (Innovation and Entrepreneurship)</a:t>
            </a:r>
          </a:p>
        </p:txBody>
      </p:sp>
      <p:sp>
        <p:nvSpPr>
          <p:cNvPr id="4" name="Slide Number Placeholder 3"/>
          <p:cNvSpPr>
            <a:spLocks noGrp="1"/>
          </p:cNvSpPr>
          <p:nvPr>
            <p:ph type="sldNum" sz="quarter" idx="12"/>
          </p:nvPr>
        </p:nvSpPr>
        <p:spPr/>
        <p:txBody>
          <a:bodyPr/>
          <a:lstStyle/>
          <a:p>
            <a:fld id="{BDCDBBEF-AA6C-4BA6-85B2-A17D7F280E38}" type="slidenum">
              <a:rPr lang="en-US" smtClean="0"/>
              <a:t>11</a:t>
            </a:fld>
            <a:endParaRPr lang="en-US"/>
          </a:p>
        </p:txBody>
      </p:sp>
    </p:spTree>
    <p:extLst>
      <p:ext uri="{BB962C8B-B14F-4D97-AF65-F5344CB8AC3E}">
        <p14:creationId xmlns:p14="http://schemas.microsoft.com/office/powerpoint/2010/main" val="679700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Syllabus</a:t>
            </a:r>
          </a:p>
        </p:txBody>
      </p:sp>
      <p:sp>
        <p:nvSpPr>
          <p:cNvPr id="4" name="Slide Number Placeholder 3"/>
          <p:cNvSpPr>
            <a:spLocks noGrp="1"/>
          </p:cNvSpPr>
          <p:nvPr>
            <p:ph type="sldNum" sz="quarter" idx="12"/>
          </p:nvPr>
        </p:nvSpPr>
        <p:spPr/>
        <p:txBody>
          <a:bodyPr/>
          <a:lstStyle/>
          <a:p>
            <a:fld id="{BDCDBBEF-AA6C-4BA6-85B2-A17D7F280E38}" type="slidenum">
              <a:rPr lang="en-US" smtClean="0"/>
              <a:t>12</a:t>
            </a:fld>
            <a:endParaRPr lang="en-US"/>
          </a:p>
        </p:txBody>
      </p:sp>
      <p:graphicFrame>
        <p:nvGraphicFramePr>
          <p:cNvPr id="9" name="Table 8">
            <a:extLst>
              <a:ext uri="{FF2B5EF4-FFF2-40B4-BE49-F238E27FC236}">
                <a16:creationId xmlns:a16="http://schemas.microsoft.com/office/drawing/2014/main" id="{3CC48AF1-0664-5952-8660-996072C43B1A}"/>
              </a:ext>
            </a:extLst>
          </p:cNvPr>
          <p:cNvGraphicFramePr>
            <a:graphicFrameLocks noGrp="1"/>
          </p:cNvGraphicFramePr>
          <p:nvPr>
            <p:extLst>
              <p:ext uri="{D42A27DB-BD31-4B8C-83A1-F6EECF244321}">
                <p14:modId xmlns:p14="http://schemas.microsoft.com/office/powerpoint/2010/main" val="4075671661"/>
              </p:ext>
            </p:extLst>
          </p:nvPr>
        </p:nvGraphicFramePr>
        <p:xfrm>
          <a:off x="1319842" y="1483742"/>
          <a:ext cx="9523562" cy="4280129"/>
        </p:xfrm>
        <a:graphic>
          <a:graphicData uri="http://schemas.openxmlformats.org/drawingml/2006/table">
            <a:tbl>
              <a:tblPr firstRow="1" bandRow="1">
                <a:tableStyleId>{5C22544A-7EE6-4342-B048-85BDC9FD1C3A}</a:tableStyleId>
              </a:tblPr>
              <a:tblGrid>
                <a:gridCol w="2046217">
                  <a:extLst>
                    <a:ext uri="{9D8B030D-6E8A-4147-A177-3AD203B41FA5}">
                      <a16:colId xmlns:a16="http://schemas.microsoft.com/office/drawing/2014/main" val="884128728"/>
                    </a:ext>
                  </a:extLst>
                </a:gridCol>
                <a:gridCol w="7477345">
                  <a:extLst>
                    <a:ext uri="{9D8B030D-6E8A-4147-A177-3AD203B41FA5}">
                      <a16:colId xmlns:a16="http://schemas.microsoft.com/office/drawing/2014/main" val="2224297698"/>
                    </a:ext>
                  </a:extLst>
                </a:gridCol>
              </a:tblGrid>
              <a:tr h="600439">
                <a:tc>
                  <a:txBody>
                    <a:bodyPr/>
                    <a:lstStyle/>
                    <a:p>
                      <a:r>
                        <a:rPr lang="en-US" dirty="0"/>
                        <a:t>Unit-1</a:t>
                      </a:r>
                      <a:endParaRPr lang="en-IN" dirty="0"/>
                    </a:p>
                  </a:txBody>
                  <a:tcPr/>
                </a:tc>
                <a:tc>
                  <a:txBody>
                    <a:bodyPr/>
                    <a:lstStyle/>
                    <a:p>
                      <a:r>
                        <a:rPr lang="en-IN" sz="1800" b="1" kern="1200" dirty="0">
                          <a:solidFill>
                            <a:schemeClr val="lt1"/>
                          </a:solidFill>
                          <a:effectLst/>
                          <a:latin typeface="+mn-lt"/>
                          <a:ea typeface="+mn-ea"/>
                          <a:cs typeface="+mn-cs"/>
                        </a:rPr>
                        <a:t>Introduction, Arrays and Structures</a:t>
                      </a:r>
                      <a:endParaRPr lang="en-IN" dirty="0"/>
                    </a:p>
                  </a:txBody>
                  <a:tcPr/>
                </a:tc>
                <a:extLst>
                  <a:ext uri="{0D108BD9-81ED-4DB2-BD59-A6C34878D82A}">
                    <a16:rowId xmlns:a16="http://schemas.microsoft.com/office/drawing/2014/main" val="3833867708"/>
                  </a:ext>
                </a:extLst>
              </a:tr>
              <a:tr h="1407153">
                <a:tc>
                  <a:txBody>
                    <a:bodyPr/>
                    <a:lstStyle/>
                    <a:p>
                      <a:r>
                        <a:rPr lang="en-IN" sz="1800" kern="1200" dirty="0">
                          <a:solidFill>
                            <a:schemeClr val="dk1"/>
                          </a:solidFill>
                          <a:effectLst/>
                          <a:latin typeface="+mn-lt"/>
                          <a:ea typeface="+mn-ea"/>
                          <a:cs typeface="+mn-cs"/>
                        </a:rPr>
                        <a:t>Introduction</a:t>
                      </a:r>
                      <a:endParaRPr lang="en-IN" dirty="0"/>
                    </a:p>
                  </a:txBody>
                  <a:tcPr/>
                </a:tc>
                <a:tc>
                  <a:txBody>
                    <a:bodyPr/>
                    <a:lstStyle/>
                    <a:p>
                      <a:r>
                        <a:rPr lang="en-IN" sz="1800" kern="1200" dirty="0">
                          <a:solidFill>
                            <a:schemeClr val="dk1"/>
                          </a:solidFill>
                          <a:effectLst/>
                          <a:latin typeface="+mn-lt"/>
                          <a:ea typeface="+mn-ea"/>
                          <a:cs typeface="+mn-cs"/>
                        </a:rPr>
                        <a:t>Pointers and Dynamic memory allocation, Types of data structures, Mathematical notation and functions, Algorithm Analysis: Space Complexity, Time Complexity, Asymptotic Notation and Algorithmic complexity, Abstract Data Type.</a:t>
                      </a:r>
                      <a:endParaRPr lang="en-IN" dirty="0"/>
                    </a:p>
                  </a:txBody>
                  <a:tcPr/>
                </a:tc>
                <a:extLst>
                  <a:ext uri="{0D108BD9-81ED-4DB2-BD59-A6C34878D82A}">
                    <a16:rowId xmlns:a16="http://schemas.microsoft.com/office/drawing/2014/main" val="2321928620"/>
                  </a:ext>
                </a:extLst>
              </a:tr>
              <a:tr h="600439">
                <a:tc>
                  <a:txBody>
                    <a:bodyPr/>
                    <a:lstStyle/>
                    <a:p>
                      <a:r>
                        <a:rPr lang="en-IN" sz="1800" kern="1200" dirty="0">
                          <a:solidFill>
                            <a:schemeClr val="dk1"/>
                          </a:solidFill>
                          <a:effectLst/>
                          <a:latin typeface="+mn-lt"/>
                          <a:ea typeface="+mn-ea"/>
                          <a:cs typeface="+mn-cs"/>
                        </a:rPr>
                        <a:t>Array</a:t>
                      </a:r>
                      <a:endParaRPr lang="en-IN" dirty="0"/>
                    </a:p>
                  </a:txBody>
                  <a:tcPr/>
                </a:tc>
                <a:tc>
                  <a:txBody>
                    <a:bodyPr/>
                    <a:lstStyle/>
                    <a:p>
                      <a:r>
                        <a:rPr lang="en-IN" sz="1800" kern="1200" dirty="0">
                          <a:solidFill>
                            <a:schemeClr val="dk1"/>
                          </a:solidFill>
                          <a:effectLst/>
                          <a:latin typeface="+mn-lt"/>
                          <a:ea typeface="+mn-ea"/>
                          <a:cs typeface="+mn-cs"/>
                        </a:rPr>
                        <a:t>Array Introduction, Types, Applications, Operation on an array</a:t>
                      </a:r>
                      <a:endParaRPr lang="en-IN" dirty="0"/>
                    </a:p>
                  </a:txBody>
                  <a:tcPr/>
                </a:tc>
                <a:extLst>
                  <a:ext uri="{0D108BD9-81ED-4DB2-BD59-A6C34878D82A}">
                    <a16:rowId xmlns:a16="http://schemas.microsoft.com/office/drawing/2014/main" val="523490634"/>
                  </a:ext>
                </a:extLst>
              </a:tr>
              <a:tr h="757698">
                <a:tc>
                  <a:txBody>
                    <a:bodyPr/>
                    <a:lstStyle/>
                    <a:p>
                      <a:r>
                        <a:rPr lang="en-IN" sz="1800" kern="1200" dirty="0">
                          <a:solidFill>
                            <a:schemeClr val="dk1"/>
                          </a:solidFill>
                          <a:effectLst/>
                          <a:latin typeface="+mn-lt"/>
                          <a:ea typeface="+mn-ea"/>
                          <a:cs typeface="+mn-cs"/>
                        </a:rPr>
                        <a:t>Searching and Sorting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Linear Search, Binary Search (Recursive and iterative, Evaluation of Polynomial, Polynomial representation, Bubble sort, Selection sort, Insertion sort, Quick Sort and Merge Sort.</a:t>
                      </a:r>
                      <a:endParaRPr lang="en-IN" dirty="0"/>
                    </a:p>
                  </a:txBody>
                  <a:tcPr/>
                </a:tc>
                <a:extLst>
                  <a:ext uri="{0D108BD9-81ED-4DB2-BD59-A6C34878D82A}">
                    <a16:rowId xmlns:a16="http://schemas.microsoft.com/office/drawing/2014/main" val="3459545757"/>
                  </a:ext>
                </a:extLst>
              </a:tr>
              <a:tr h="757698">
                <a:tc>
                  <a:txBody>
                    <a:bodyPr/>
                    <a:lstStyle/>
                    <a:p>
                      <a:r>
                        <a:rPr lang="en-IN" sz="1800" kern="1200" dirty="0">
                          <a:solidFill>
                            <a:schemeClr val="dk1"/>
                          </a:solidFill>
                          <a:effectLst/>
                          <a:latin typeface="+mn-lt"/>
                          <a:ea typeface="+mn-ea"/>
                          <a:cs typeface="+mn-cs"/>
                        </a:rPr>
                        <a:t>Structure</a:t>
                      </a:r>
                      <a:endParaRPr lang="en-IN" dirty="0"/>
                    </a:p>
                  </a:txBody>
                  <a:tcPr/>
                </a:tc>
                <a:tc>
                  <a:txBody>
                    <a:bodyPr/>
                    <a:lstStyle/>
                    <a:p>
                      <a:r>
                        <a:rPr lang="en-IN" sz="1800" kern="1200" dirty="0">
                          <a:solidFill>
                            <a:schemeClr val="dk1"/>
                          </a:solidFill>
                          <a:effectLst/>
                          <a:latin typeface="+mn-lt"/>
                          <a:ea typeface="+mn-ea"/>
                          <a:cs typeface="+mn-cs"/>
                        </a:rPr>
                        <a:t>Internal representation of structure, Self –referential structure, types of self-referential structures.</a:t>
                      </a:r>
                      <a:endParaRPr lang="en-IN" dirty="0"/>
                    </a:p>
                  </a:txBody>
                  <a:tcPr/>
                </a:tc>
                <a:extLst>
                  <a:ext uri="{0D108BD9-81ED-4DB2-BD59-A6C34878D82A}">
                    <a16:rowId xmlns:a16="http://schemas.microsoft.com/office/drawing/2014/main" val="2090525268"/>
                  </a:ext>
                </a:extLst>
              </a:tr>
            </a:tbl>
          </a:graphicData>
        </a:graphic>
      </p:graphicFrame>
    </p:spTree>
    <p:extLst>
      <p:ext uri="{BB962C8B-B14F-4D97-AF65-F5344CB8AC3E}">
        <p14:creationId xmlns:p14="http://schemas.microsoft.com/office/powerpoint/2010/main" val="4285161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Syllabus</a:t>
            </a:r>
          </a:p>
        </p:txBody>
      </p:sp>
      <p:sp>
        <p:nvSpPr>
          <p:cNvPr id="4" name="Slide Number Placeholder 3"/>
          <p:cNvSpPr>
            <a:spLocks noGrp="1"/>
          </p:cNvSpPr>
          <p:nvPr>
            <p:ph type="sldNum" sz="quarter" idx="12"/>
          </p:nvPr>
        </p:nvSpPr>
        <p:spPr/>
        <p:txBody>
          <a:bodyPr/>
          <a:lstStyle/>
          <a:p>
            <a:fld id="{BDCDBBEF-AA6C-4BA6-85B2-A17D7F280E38}" type="slidenum">
              <a:rPr lang="en-US" smtClean="0"/>
              <a:t>13</a:t>
            </a:fld>
            <a:endParaRPr lang="en-US"/>
          </a:p>
        </p:txBody>
      </p:sp>
      <p:graphicFrame>
        <p:nvGraphicFramePr>
          <p:cNvPr id="9" name="Table 8">
            <a:extLst>
              <a:ext uri="{FF2B5EF4-FFF2-40B4-BE49-F238E27FC236}">
                <a16:creationId xmlns:a16="http://schemas.microsoft.com/office/drawing/2014/main" id="{3CC48AF1-0664-5952-8660-996072C43B1A}"/>
              </a:ext>
            </a:extLst>
          </p:cNvPr>
          <p:cNvGraphicFramePr>
            <a:graphicFrameLocks noGrp="1"/>
          </p:cNvGraphicFramePr>
          <p:nvPr>
            <p:extLst>
              <p:ext uri="{D42A27DB-BD31-4B8C-83A1-F6EECF244321}">
                <p14:modId xmlns:p14="http://schemas.microsoft.com/office/powerpoint/2010/main" val="1484506780"/>
              </p:ext>
            </p:extLst>
          </p:nvPr>
        </p:nvGraphicFramePr>
        <p:xfrm>
          <a:off x="1319842" y="1483742"/>
          <a:ext cx="9523562" cy="3786998"/>
        </p:xfrm>
        <a:graphic>
          <a:graphicData uri="http://schemas.openxmlformats.org/drawingml/2006/table">
            <a:tbl>
              <a:tblPr firstRow="1" bandRow="1">
                <a:tableStyleId>{5C22544A-7EE6-4342-B048-85BDC9FD1C3A}</a:tableStyleId>
              </a:tblPr>
              <a:tblGrid>
                <a:gridCol w="2046217">
                  <a:extLst>
                    <a:ext uri="{9D8B030D-6E8A-4147-A177-3AD203B41FA5}">
                      <a16:colId xmlns:a16="http://schemas.microsoft.com/office/drawing/2014/main" val="884128728"/>
                    </a:ext>
                  </a:extLst>
                </a:gridCol>
                <a:gridCol w="7477345">
                  <a:extLst>
                    <a:ext uri="{9D8B030D-6E8A-4147-A177-3AD203B41FA5}">
                      <a16:colId xmlns:a16="http://schemas.microsoft.com/office/drawing/2014/main" val="2224297698"/>
                    </a:ext>
                  </a:extLst>
                </a:gridCol>
              </a:tblGrid>
              <a:tr h="638804">
                <a:tc>
                  <a:txBody>
                    <a:bodyPr/>
                    <a:lstStyle/>
                    <a:p>
                      <a:r>
                        <a:rPr lang="en-US" dirty="0"/>
                        <a:t>Unit-2</a:t>
                      </a:r>
                      <a:endParaRPr lang="en-IN" dirty="0"/>
                    </a:p>
                  </a:txBody>
                  <a:tcPr/>
                </a:tc>
                <a:tc>
                  <a:txBody>
                    <a:bodyPr/>
                    <a:lstStyle/>
                    <a:p>
                      <a:r>
                        <a:rPr lang="en-IN" sz="1800" b="1" kern="1200" dirty="0">
                          <a:solidFill>
                            <a:schemeClr val="lt1"/>
                          </a:solidFill>
                          <a:effectLst/>
                          <a:latin typeface="+mn-lt"/>
                          <a:ea typeface="+mn-ea"/>
                          <a:cs typeface="+mn-cs"/>
                        </a:rPr>
                        <a:t>Stack, Queue and Linked List</a:t>
                      </a:r>
                      <a:endParaRPr lang="en-IN" dirty="0"/>
                    </a:p>
                  </a:txBody>
                  <a:tcPr/>
                </a:tc>
                <a:extLst>
                  <a:ext uri="{0D108BD9-81ED-4DB2-BD59-A6C34878D82A}">
                    <a16:rowId xmlns:a16="http://schemas.microsoft.com/office/drawing/2014/main" val="3833867708"/>
                  </a:ext>
                </a:extLst>
              </a:tr>
              <a:tr h="1077409">
                <a:tc>
                  <a:txBody>
                    <a:bodyPr/>
                    <a:lstStyle/>
                    <a:p>
                      <a:r>
                        <a:rPr lang="en-IN" sz="1800" kern="1200" dirty="0">
                          <a:solidFill>
                            <a:schemeClr val="dk1"/>
                          </a:solidFill>
                          <a:effectLst/>
                          <a:latin typeface="+mn-lt"/>
                          <a:ea typeface="+mn-ea"/>
                          <a:cs typeface="+mn-cs"/>
                        </a:rPr>
                        <a:t>Linked List</a:t>
                      </a:r>
                      <a:endParaRPr lang="en-IN" dirty="0"/>
                    </a:p>
                  </a:txBody>
                  <a:tcPr/>
                </a:tc>
                <a:tc>
                  <a:txBody>
                    <a:bodyPr/>
                    <a:lstStyle/>
                    <a:p>
                      <a:r>
                        <a:rPr lang="en-IN" sz="1800" kern="1200" dirty="0">
                          <a:solidFill>
                            <a:schemeClr val="dk1"/>
                          </a:solidFill>
                          <a:effectLst/>
                          <a:latin typeface="+mn-lt"/>
                          <a:ea typeface="+mn-ea"/>
                          <a:cs typeface="+mn-cs"/>
                        </a:rPr>
                        <a:t>Representation of linked list, linked list operations (Create, Insertion, Printing, Deleting and Traversing), Circular Linked List, doubly linked list and Header Linked List.</a:t>
                      </a:r>
                      <a:endParaRPr lang="en-IN" dirty="0"/>
                    </a:p>
                  </a:txBody>
                  <a:tcPr/>
                </a:tc>
                <a:extLst>
                  <a:ext uri="{0D108BD9-81ED-4DB2-BD59-A6C34878D82A}">
                    <a16:rowId xmlns:a16="http://schemas.microsoft.com/office/drawing/2014/main" val="2321928620"/>
                  </a:ext>
                </a:extLst>
              </a:tr>
              <a:tr h="1264674">
                <a:tc>
                  <a:txBody>
                    <a:bodyPr/>
                    <a:lstStyle/>
                    <a:p>
                      <a:r>
                        <a:rPr lang="en-IN" sz="1800" kern="1200" dirty="0">
                          <a:solidFill>
                            <a:schemeClr val="dk1"/>
                          </a:solidFill>
                          <a:effectLst/>
                          <a:latin typeface="+mn-lt"/>
                          <a:ea typeface="+mn-ea"/>
                          <a:cs typeface="+mn-cs"/>
                        </a:rPr>
                        <a:t>Stack</a:t>
                      </a:r>
                      <a:endParaRPr lang="en-IN" dirty="0"/>
                    </a:p>
                  </a:txBody>
                  <a:tcPr/>
                </a:tc>
                <a:tc>
                  <a:txBody>
                    <a:bodyPr/>
                    <a:lstStyle/>
                    <a:p>
                      <a:r>
                        <a:rPr lang="en-IN" sz="1800" kern="1200" dirty="0">
                          <a:solidFill>
                            <a:schemeClr val="dk1"/>
                          </a:solidFill>
                          <a:effectLst/>
                          <a:latin typeface="+mn-lt"/>
                          <a:ea typeface="+mn-ea"/>
                          <a:cs typeface="+mn-cs"/>
                        </a:rPr>
                        <a:t>Introduction &amp; Primitive operations on stack, memory Representation of Stack via arrays and Linked List, Stack Operations, Application of Stack , Evaluation of Expression: Evaluation of Postfix expression, Infix to Postfix and prefix forms for expressions.</a:t>
                      </a:r>
                      <a:endParaRPr lang="en-IN" dirty="0"/>
                    </a:p>
                  </a:txBody>
                  <a:tcPr/>
                </a:tc>
                <a:extLst>
                  <a:ext uri="{0D108BD9-81ED-4DB2-BD59-A6C34878D82A}">
                    <a16:rowId xmlns:a16="http://schemas.microsoft.com/office/drawing/2014/main" val="523490634"/>
                  </a:ext>
                </a:extLst>
              </a:tr>
              <a:tr h="806111">
                <a:tc>
                  <a:txBody>
                    <a:bodyPr/>
                    <a:lstStyle/>
                    <a:p>
                      <a:r>
                        <a:rPr lang="en-US" sz="1800" kern="1200" dirty="0">
                          <a:solidFill>
                            <a:schemeClr val="dk1"/>
                          </a:solidFill>
                          <a:effectLst/>
                          <a:latin typeface="+mn-lt"/>
                          <a:ea typeface="+mn-ea"/>
                          <a:cs typeface="+mn-cs"/>
                        </a:rPr>
                        <a:t>Q</a:t>
                      </a:r>
                      <a:r>
                        <a:rPr lang="en-IN" sz="1800" kern="1200" dirty="0" err="1">
                          <a:solidFill>
                            <a:schemeClr val="dk1"/>
                          </a:solidFill>
                          <a:effectLst/>
                          <a:latin typeface="+mn-lt"/>
                          <a:ea typeface="+mn-ea"/>
                          <a:cs typeface="+mn-cs"/>
                        </a:rPr>
                        <a:t>ueue</a:t>
                      </a:r>
                      <a:endParaRPr lang="en-IN" dirty="0"/>
                    </a:p>
                  </a:txBody>
                  <a:tcPr/>
                </a:tc>
                <a:tc>
                  <a:txBody>
                    <a:bodyPr/>
                    <a:lstStyle/>
                    <a:p>
                      <a:r>
                        <a:rPr lang="en-IN" sz="1800" kern="1200" dirty="0">
                          <a:solidFill>
                            <a:schemeClr val="dk1"/>
                          </a:solidFill>
                          <a:effectLst/>
                          <a:latin typeface="+mn-lt"/>
                          <a:ea typeface="+mn-ea"/>
                          <a:cs typeface="+mn-cs"/>
                        </a:rPr>
                        <a:t>Introduction &amp; Primitive Operations on Queue, Representation using array and linked List, Queue Operations, Types of queues, Applications of queue.</a:t>
                      </a:r>
                      <a:endParaRPr lang="en-IN" dirty="0"/>
                    </a:p>
                  </a:txBody>
                  <a:tcPr/>
                </a:tc>
                <a:extLst>
                  <a:ext uri="{0D108BD9-81ED-4DB2-BD59-A6C34878D82A}">
                    <a16:rowId xmlns:a16="http://schemas.microsoft.com/office/drawing/2014/main" val="3459545757"/>
                  </a:ext>
                </a:extLst>
              </a:tr>
            </a:tbl>
          </a:graphicData>
        </a:graphic>
      </p:graphicFrame>
    </p:spTree>
    <p:extLst>
      <p:ext uri="{BB962C8B-B14F-4D97-AF65-F5344CB8AC3E}">
        <p14:creationId xmlns:p14="http://schemas.microsoft.com/office/powerpoint/2010/main" val="2629954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Syllabus</a:t>
            </a:r>
          </a:p>
        </p:txBody>
      </p:sp>
      <p:sp>
        <p:nvSpPr>
          <p:cNvPr id="4" name="Slide Number Placeholder 3"/>
          <p:cNvSpPr>
            <a:spLocks noGrp="1"/>
          </p:cNvSpPr>
          <p:nvPr>
            <p:ph type="sldNum" sz="quarter" idx="12"/>
          </p:nvPr>
        </p:nvSpPr>
        <p:spPr/>
        <p:txBody>
          <a:bodyPr/>
          <a:lstStyle/>
          <a:p>
            <a:fld id="{BDCDBBEF-AA6C-4BA6-85B2-A17D7F280E38}" type="slidenum">
              <a:rPr lang="en-US" smtClean="0"/>
              <a:t>14</a:t>
            </a:fld>
            <a:endParaRPr lang="en-US"/>
          </a:p>
        </p:txBody>
      </p:sp>
      <p:graphicFrame>
        <p:nvGraphicFramePr>
          <p:cNvPr id="9" name="Table 8">
            <a:extLst>
              <a:ext uri="{FF2B5EF4-FFF2-40B4-BE49-F238E27FC236}">
                <a16:creationId xmlns:a16="http://schemas.microsoft.com/office/drawing/2014/main" id="{3CC48AF1-0664-5952-8660-996072C43B1A}"/>
              </a:ext>
            </a:extLst>
          </p:cNvPr>
          <p:cNvGraphicFramePr>
            <a:graphicFrameLocks noGrp="1"/>
          </p:cNvGraphicFramePr>
          <p:nvPr>
            <p:extLst>
              <p:ext uri="{D42A27DB-BD31-4B8C-83A1-F6EECF244321}">
                <p14:modId xmlns:p14="http://schemas.microsoft.com/office/powerpoint/2010/main" val="2234356166"/>
              </p:ext>
            </p:extLst>
          </p:nvPr>
        </p:nvGraphicFramePr>
        <p:xfrm>
          <a:off x="1319842" y="1483741"/>
          <a:ext cx="9523562" cy="2727671"/>
        </p:xfrm>
        <a:graphic>
          <a:graphicData uri="http://schemas.openxmlformats.org/drawingml/2006/table">
            <a:tbl>
              <a:tblPr firstRow="1" bandRow="1">
                <a:tableStyleId>{5C22544A-7EE6-4342-B048-85BDC9FD1C3A}</a:tableStyleId>
              </a:tblPr>
              <a:tblGrid>
                <a:gridCol w="2046217">
                  <a:extLst>
                    <a:ext uri="{9D8B030D-6E8A-4147-A177-3AD203B41FA5}">
                      <a16:colId xmlns:a16="http://schemas.microsoft.com/office/drawing/2014/main" val="884128728"/>
                    </a:ext>
                  </a:extLst>
                </a:gridCol>
                <a:gridCol w="7477345">
                  <a:extLst>
                    <a:ext uri="{9D8B030D-6E8A-4147-A177-3AD203B41FA5}">
                      <a16:colId xmlns:a16="http://schemas.microsoft.com/office/drawing/2014/main" val="2224297698"/>
                    </a:ext>
                  </a:extLst>
                </a:gridCol>
              </a:tblGrid>
              <a:tr h="657081">
                <a:tc>
                  <a:txBody>
                    <a:bodyPr/>
                    <a:lstStyle/>
                    <a:p>
                      <a:r>
                        <a:rPr lang="en-US" dirty="0"/>
                        <a:t>Unit-3</a:t>
                      </a:r>
                      <a:endParaRPr lang="en-IN" dirty="0"/>
                    </a:p>
                  </a:txBody>
                  <a:tcPr/>
                </a:tc>
                <a:tc>
                  <a:txBody>
                    <a:bodyPr/>
                    <a:lstStyle/>
                    <a:p>
                      <a:r>
                        <a:rPr lang="en-IN" sz="1800" b="1" kern="1200" dirty="0">
                          <a:solidFill>
                            <a:schemeClr val="lt1"/>
                          </a:solidFill>
                          <a:effectLst/>
                          <a:latin typeface="+mn-lt"/>
                          <a:ea typeface="+mn-ea"/>
                          <a:cs typeface="+mn-cs"/>
                        </a:rPr>
                        <a:t>Trees, Graphs and Sorting</a:t>
                      </a:r>
                      <a:endParaRPr lang="en-IN" dirty="0"/>
                    </a:p>
                  </a:txBody>
                  <a:tcPr/>
                </a:tc>
                <a:extLst>
                  <a:ext uri="{0D108BD9-81ED-4DB2-BD59-A6C34878D82A}">
                    <a16:rowId xmlns:a16="http://schemas.microsoft.com/office/drawing/2014/main" val="3833867708"/>
                  </a:ext>
                </a:extLst>
              </a:tr>
              <a:tr h="1370129">
                <a:tc>
                  <a:txBody>
                    <a:bodyPr/>
                    <a:lstStyle/>
                    <a:p>
                      <a:r>
                        <a:rPr lang="en-IN" sz="1800" kern="1200" dirty="0">
                          <a:solidFill>
                            <a:schemeClr val="dk1"/>
                          </a:solidFill>
                          <a:effectLst/>
                          <a:latin typeface="+mn-lt"/>
                          <a:ea typeface="+mn-ea"/>
                          <a:cs typeface="+mn-cs"/>
                        </a:rPr>
                        <a:t>Trees</a:t>
                      </a:r>
                      <a:endParaRPr lang="en-IN" dirty="0"/>
                    </a:p>
                  </a:txBody>
                  <a:tcPr/>
                </a:tc>
                <a:tc>
                  <a:txBody>
                    <a:bodyPr/>
                    <a:lstStyle/>
                    <a:p>
                      <a:r>
                        <a:rPr lang="en-IN" sz="1800" kern="1200" dirty="0">
                          <a:solidFill>
                            <a:schemeClr val="dk1"/>
                          </a:solidFill>
                          <a:effectLst/>
                          <a:latin typeface="+mn-lt"/>
                          <a:ea typeface="+mn-ea"/>
                          <a:cs typeface="+mn-cs"/>
                        </a:rPr>
                        <a:t>Definition, Terminology, Representation, Binary tree: Introduction, Representation of Binary Tree and its types, Traversal (In-order, Pre-order, Post-order). Binary Search Tree, Heap Tree and its Types, AVL/Height Balanced Tree</a:t>
                      </a:r>
                      <a:endParaRPr lang="en-IN" dirty="0"/>
                    </a:p>
                  </a:txBody>
                  <a:tcPr/>
                </a:tc>
                <a:extLst>
                  <a:ext uri="{0D108BD9-81ED-4DB2-BD59-A6C34878D82A}">
                    <a16:rowId xmlns:a16="http://schemas.microsoft.com/office/drawing/2014/main" val="2321928620"/>
                  </a:ext>
                </a:extLst>
              </a:tr>
              <a:tr h="700461">
                <a:tc>
                  <a:txBody>
                    <a:bodyPr/>
                    <a:lstStyle/>
                    <a:p>
                      <a:r>
                        <a:rPr lang="en-US" sz="1800" kern="1200" dirty="0">
                          <a:solidFill>
                            <a:schemeClr val="dk1"/>
                          </a:solidFill>
                          <a:effectLst/>
                          <a:latin typeface="+mn-lt"/>
                          <a:ea typeface="+mn-ea"/>
                          <a:cs typeface="+mn-cs"/>
                        </a:rPr>
                        <a:t>G</a:t>
                      </a:r>
                      <a:r>
                        <a:rPr lang="en-IN" sz="1800" kern="1200" dirty="0" err="1">
                          <a:solidFill>
                            <a:schemeClr val="dk1"/>
                          </a:solidFill>
                          <a:effectLst/>
                          <a:latin typeface="+mn-lt"/>
                          <a:ea typeface="+mn-ea"/>
                          <a:cs typeface="+mn-cs"/>
                        </a:rPr>
                        <a:t>raphs</a:t>
                      </a:r>
                      <a:endParaRPr lang="en-IN" dirty="0"/>
                    </a:p>
                  </a:txBody>
                  <a:tcPr/>
                </a:tc>
                <a:tc>
                  <a:txBody>
                    <a:bodyPr/>
                    <a:lstStyle/>
                    <a:p>
                      <a:r>
                        <a:rPr lang="en-IN" sz="1800" kern="1200" dirty="0">
                          <a:solidFill>
                            <a:schemeClr val="dk1"/>
                          </a:solidFill>
                          <a:effectLst/>
                          <a:latin typeface="+mn-lt"/>
                          <a:ea typeface="+mn-ea"/>
                          <a:cs typeface="+mn-cs"/>
                        </a:rPr>
                        <a:t>Representation of Graphs, Adjacency Matrix and List, In degree, out degree of graph, Depth First Search and Breath First Search</a:t>
                      </a:r>
                      <a:endParaRPr lang="en-IN" dirty="0"/>
                    </a:p>
                  </a:txBody>
                  <a:tcPr/>
                </a:tc>
                <a:extLst>
                  <a:ext uri="{0D108BD9-81ED-4DB2-BD59-A6C34878D82A}">
                    <a16:rowId xmlns:a16="http://schemas.microsoft.com/office/drawing/2014/main" val="523490634"/>
                  </a:ext>
                </a:extLst>
              </a:tr>
            </a:tbl>
          </a:graphicData>
        </a:graphic>
      </p:graphicFrame>
    </p:spTree>
    <p:extLst>
      <p:ext uri="{BB962C8B-B14F-4D97-AF65-F5344CB8AC3E}">
        <p14:creationId xmlns:p14="http://schemas.microsoft.com/office/powerpoint/2010/main" val="587801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mn-lt"/>
              </a:rPr>
              <a:t>Data Structure Introduction</a:t>
            </a:r>
          </a:p>
        </p:txBody>
      </p:sp>
      <p:sp>
        <p:nvSpPr>
          <p:cNvPr id="3" name="Content Placeholder 2"/>
          <p:cNvSpPr>
            <a:spLocks noGrp="1"/>
          </p:cNvSpPr>
          <p:nvPr>
            <p:ph idx="1"/>
          </p:nvPr>
        </p:nvSpPr>
        <p:spPr>
          <a:xfrm>
            <a:off x="915838" y="1333919"/>
            <a:ext cx="10515600" cy="3807424"/>
          </a:xfrm>
        </p:spPr>
        <p:txBody>
          <a:bodyPr>
            <a:normAutofit/>
          </a:bodyPr>
          <a:lstStyle/>
          <a:p>
            <a:pPr eaLnBrk="0" fontAlgn="base" hangingPunct="0">
              <a:lnSpc>
                <a:spcPct val="100000"/>
              </a:lnSpc>
              <a:spcBef>
                <a:spcPct val="0"/>
              </a:spcBef>
              <a:spcAft>
                <a:spcPct val="0"/>
              </a:spcAft>
            </a:pPr>
            <a:r>
              <a:rPr lang="en-US" altLang="en-US" sz="2400" b="1" dirty="0">
                <a:cs typeface="Arial" panose="020B0604020202020204" pitchFamily="34" charset="0"/>
              </a:rPr>
              <a:t>Data structure </a:t>
            </a:r>
            <a:r>
              <a:rPr lang="en-US" altLang="en-US" sz="2400" dirty="0">
                <a:cs typeface="Arial" panose="020B0604020202020204" pitchFamily="34" charset="0"/>
              </a:rPr>
              <a:t>is a particular way of organizing data in a computer so that it can be used effectively. </a:t>
            </a:r>
          </a:p>
          <a:p>
            <a:pPr eaLnBrk="0" fontAlgn="base" hangingPunct="0">
              <a:lnSpc>
                <a:spcPct val="100000"/>
              </a:lnSpc>
              <a:spcBef>
                <a:spcPct val="0"/>
              </a:spcBef>
              <a:spcAft>
                <a:spcPct val="0"/>
              </a:spcAft>
            </a:pPr>
            <a:r>
              <a:rPr lang="en-US" sz="2400" dirty="0">
                <a:cs typeface="Arial" panose="020B0604020202020204" pitchFamily="34" charset="0"/>
              </a:rPr>
              <a:t>An efficient data structure also uses </a:t>
            </a:r>
            <a:r>
              <a:rPr lang="en-US" sz="2400" b="1" dirty="0">
                <a:cs typeface="Arial" panose="020B0604020202020204" pitchFamily="34" charset="0"/>
              </a:rPr>
              <a:t>minimum memory space </a:t>
            </a:r>
            <a:r>
              <a:rPr lang="en-US" sz="2400" dirty="0">
                <a:cs typeface="Arial" panose="020B0604020202020204" pitchFamily="34" charset="0"/>
              </a:rPr>
              <a:t>and execution time to process the structure</a:t>
            </a:r>
            <a:r>
              <a:rPr lang="en-US" altLang="en-US" sz="2400" dirty="0">
                <a:cs typeface="Arial" panose="020B0604020202020204" pitchFamily="34" charset="0"/>
              </a:rPr>
              <a:t>. </a:t>
            </a:r>
          </a:p>
          <a:p>
            <a:pPr eaLnBrk="0" fontAlgn="base" hangingPunct="0">
              <a:lnSpc>
                <a:spcPct val="100000"/>
              </a:lnSpc>
              <a:spcBef>
                <a:spcPct val="0"/>
              </a:spcBef>
              <a:spcAft>
                <a:spcPct val="0"/>
              </a:spcAft>
            </a:pPr>
            <a:r>
              <a:rPr lang="en-US" sz="2400" dirty="0">
                <a:cs typeface="Arial" panose="020B0604020202020204" pitchFamily="34" charset="0"/>
              </a:rPr>
              <a:t>A data structure is not only used for organizing the data. It is also </a:t>
            </a:r>
            <a:r>
              <a:rPr lang="en-US" sz="2400" b="1" dirty="0">
                <a:cs typeface="Arial" panose="020B0604020202020204" pitchFamily="34" charset="0"/>
              </a:rPr>
              <a:t>used for processing, retrieving, and storing data.</a:t>
            </a:r>
          </a:p>
          <a:p>
            <a:pPr eaLnBrk="0" fontAlgn="base" hangingPunct="0">
              <a:lnSpc>
                <a:spcPct val="100000"/>
              </a:lnSpc>
              <a:spcBef>
                <a:spcPct val="0"/>
              </a:spcBef>
              <a:spcAft>
                <a:spcPct val="0"/>
              </a:spcAft>
            </a:pPr>
            <a:r>
              <a:rPr lang="en-US" sz="2400" dirty="0">
                <a:cs typeface="Arial" panose="020B0604020202020204" pitchFamily="34" charset="0"/>
              </a:rPr>
              <a:t>There are different basic and advanced types of data structures that are used in almost every program or software system that has been developed. </a:t>
            </a:r>
            <a:r>
              <a:rPr lang="en-US" sz="2400" dirty="0" err="1">
                <a:cs typeface="Arial" panose="020B0604020202020204" pitchFamily="34" charset="0"/>
              </a:rPr>
              <a:t>Eg</a:t>
            </a:r>
            <a:r>
              <a:rPr lang="en-US" sz="2400" dirty="0">
                <a:cs typeface="Arial" panose="020B0604020202020204" pitchFamily="34" charset="0"/>
              </a:rPr>
              <a:t>- Arrays, Trees, Graphs, Linked List etc.</a:t>
            </a:r>
            <a:br>
              <a:rPr lang="en-US" altLang="en-US" sz="2400" dirty="0"/>
            </a:br>
            <a:endParaRPr lang="en-US" altLang="en-US" sz="2400" dirty="0"/>
          </a:p>
          <a:p>
            <a:endParaRPr lang="en-US" dirty="0"/>
          </a:p>
        </p:txBody>
      </p:sp>
      <p:pic>
        <p:nvPicPr>
          <p:cNvPr id="5" name="Picture 4">
            <a:extLst>
              <a:ext uri="{FF2B5EF4-FFF2-40B4-BE49-F238E27FC236}">
                <a16:creationId xmlns:a16="http://schemas.microsoft.com/office/drawing/2014/main" id="{446E6D08-BE0F-1CA9-6A56-5B722889B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625" y="4407974"/>
            <a:ext cx="4019353" cy="2359808"/>
          </a:xfrm>
          <a:prstGeom prst="rect">
            <a:avLst/>
          </a:prstGeom>
        </p:spPr>
      </p:pic>
    </p:spTree>
    <p:extLst>
      <p:ext uri="{BB962C8B-B14F-4D97-AF65-F5344CB8AC3E}">
        <p14:creationId xmlns:p14="http://schemas.microsoft.com/office/powerpoint/2010/main" val="3012902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mn-lt"/>
              </a:rPr>
              <a:t>Importance of Data Structure</a:t>
            </a:r>
          </a:p>
        </p:txBody>
      </p:sp>
      <p:sp>
        <p:nvSpPr>
          <p:cNvPr id="6" name="Text 3">
            <a:extLst>
              <a:ext uri="{FF2B5EF4-FFF2-40B4-BE49-F238E27FC236}">
                <a16:creationId xmlns:a16="http://schemas.microsoft.com/office/drawing/2014/main" id="{81EAF853-B49A-2305-9C25-BB8B9C0BEE48}"/>
              </a:ext>
            </a:extLst>
          </p:cNvPr>
          <p:cNvSpPr/>
          <p:nvPr/>
        </p:nvSpPr>
        <p:spPr>
          <a:xfrm>
            <a:off x="657805" y="1971299"/>
            <a:ext cx="2375594" cy="296863"/>
          </a:xfrm>
          <a:prstGeom prst="rect">
            <a:avLst/>
          </a:prstGeom>
          <a:noFill/>
          <a:ln/>
        </p:spPr>
        <p:txBody>
          <a:bodyPr wrap="none" rtlCol="0" anchor="t"/>
          <a:lstStyle/>
          <a:p>
            <a:pPr>
              <a:lnSpc>
                <a:spcPts val="2338"/>
              </a:lnSpc>
            </a:pPr>
            <a:r>
              <a:rPr lang="en-US" sz="2800" b="1" dirty="0">
                <a:solidFill>
                  <a:srgbClr val="1F1E1E"/>
                </a:solidFill>
                <a:latin typeface="Alexandria" pitchFamily="34" charset="0"/>
                <a:ea typeface="Alexandria" pitchFamily="34" charset="-122"/>
                <a:cs typeface="Alexandria" pitchFamily="34" charset="-120"/>
              </a:rPr>
              <a:t>Problem-Solving</a:t>
            </a:r>
            <a:endParaRPr lang="en-US" sz="2800" dirty="0"/>
          </a:p>
        </p:txBody>
      </p:sp>
      <p:sp>
        <p:nvSpPr>
          <p:cNvPr id="7" name="Text 5">
            <a:extLst>
              <a:ext uri="{FF2B5EF4-FFF2-40B4-BE49-F238E27FC236}">
                <a16:creationId xmlns:a16="http://schemas.microsoft.com/office/drawing/2014/main" id="{453C4A6F-13E7-834F-D93F-492D430B1880}"/>
              </a:ext>
            </a:extLst>
          </p:cNvPr>
          <p:cNvSpPr/>
          <p:nvPr/>
        </p:nvSpPr>
        <p:spPr>
          <a:xfrm>
            <a:off x="4246284" y="1971299"/>
            <a:ext cx="2439194" cy="296863"/>
          </a:xfrm>
          <a:prstGeom prst="rect">
            <a:avLst/>
          </a:prstGeom>
          <a:noFill/>
          <a:ln/>
        </p:spPr>
        <p:txBody>
          <a:bodyPr wrap="none" rtlCol="0" anchor="t"/>
          <a:lstStyle/>
          <a:p>
            <a:pPr>
              <a:lnSpc>
                <a:spcPts val="2338"/>
              </a:lnSpc>
            </a:pPr>
            <a:r>
              <a:rPr lang="en-US" sz="2800" b="1" dirty="0">
                <a:solidFill>
                  <a:srgbClr val="1F1E1E"/>
                </a:solidFill>
                <a:latin typeface="Alexandria" pitchFamily="34" charset="0"/>
                <a:ea typeface="Alexandria" pitchFamily="34" charset="-122"/>
                <a:cs typeface="Alexandria" pitchFamily="34" charset="-120"/>
              </a:rPr>
              <a:t>Efficient Algorithms</a:t>
            </a:r>
            <a:endParaRPr lang="en-US" sz="2800" dirty="0"/>
          </a:p>
        </p:txBody>
      </p:sp>
      <p:sp>
        <p:nvSpPr>
          <p:cNvPr id="8" name="Text 7">
            <a:extLst>
              <a:ext uri="{FF2B5EF4-FFF2-40B4-BE49-F238E27FC236}">
                <a16:creationId xmlns:a16="http://schemas.microsoft.com/office/drawing/2014/main" id="{226AAD42-70D6-0C90-588E-D3625EA60E35}"/>
              </a:ext>
            </a:extLst>
          </p:cNvPr>
          <p:cNvSpPr/>
          <p:nvPr/>
        </p:nvSpPr>
        <p:spPr>
          <a:xfrm>
            <a:off x="8222952" y="1971299"/>
            <a:ext cx="2674442" cy="296863"/>
          </a:xfrm>
          <a:prstGeom prst="rect">
            <a:avLst/>
          </a:prstGeom>
          <a:noFill/>
          <a:ln/>
        </p:spPr>
        <p:txBody>
          <a:bodyPr wrap="none" rtlCol="0" anchor="t"/>
          <a:lstStyle/>
          <a:p>
            <a:pPr>
              <a:lnSpc>
                <a:spcPts val="2338"/>
              </a:lnSpc>
            </a:pPr>
            <a:r>
              <a:rPr lang="en-US" sz="2800" b="1" dirty="0">
                <a:solidFill>
                  <a:srgbClr val="1F1E1E"/>
                </a:solidFill>
                <a:latin typeface="Alexandria" pitchFamily="34" charset="0"/>
                <a:ea typeface="Alexandria" pitchFamily="34" charset="-122"/>
                <a:cs typeface="Alexandria" pitchFamily="34" charset="-120"/>
              </a:rPr>
              <a:t>Memory Management</a:t>
            </a:r>
            <a:endParaRPr lang="en-US" sz="2800" dirty="0"/>
          </a:p>
        </p:txBody>
      </p:sp>
      <p:sp>
        <p:nvSpPr>
          <p:cNvPr id="9" name="Text 4">
            <a:extLst>
              <a:ext uri="{FF2B5EF4-FFF2-40B4-BE49-F238E27FC236}">
                <a16:creationId xmlns:a16="http://schemas.microsoft.com/office/drawing/2014/main" id="{211C7390-3877-DC75-1EDC-DA74F178C579}"/>
              </a:ext>
            </a:extLst>
          </p:cNvPr>
          <p:cNvSpPr/>
          <p:nvPr/>
        </p:nvSpPr>
        <p:spPr>
          <a:xfrm>
            <a:off x="416264" y="2629795"/>
            <a:ext cx="3348633" cy="1155700"/>
          </a:xfrm>
          <a:prstGeom prst="rect">
            <a:avLst/>
          </a:prstGeom>
          <a:noFill/>
          <a:ln/>
        </p:spPr>
        <p:txBody>
          <a:bodyPr wrap="square" rtlCol="0" anchor="t"/>
          <a:lstStyle/>
          <a:p>
            <a:pPr algn="just">
              <a:lnSpc>
                <a:spcPts val="2275"/>
              </a:lnSpc>
            </a:pPr>
            <a:r>
              <a:rPr lang="en-US" sz="2400" dirty="0">
                <a:ea typeface="Sora" pitchFamily="34" charset="-122"/>
                <a:cs typeface="Arial" panose="020B0604020202020204" pitchFamily="34" charset="0"/>
              </a:rPr>
              <a:t>Data structures provide the tools and techniques to solve complex problems by organizing and managing data effectively.</a:t>
            </a:r>
            <a:endParaRPr lang="en-US" sz="2400" dirty="0">
              <a:cs typeface="Arial" panose="020B0604020202020204" pitchFamily="34" charset="0"/>
            </a:endParaRPr>
          </a:p>
        </p:txBody>
      </p:sp>
      <p:sp>
        <p:nvSpPr>
          <p:cNvPr id="10" name="Text 6">
            <a:extLst>
              <a:ext uri="{FF2B5EF4-FFF2-40B4-BE49-F238E27FC236}">
                <a16:creationId xmlns:a16="http://schemas.microsoft.com/office/drawing/2014/main" id="{772F46B1-9159-D890-6B58-D643BAC22BAE}"/>
              </a:ext>
            </a:extLst>
          </p:cNvPr>
          <p:cNvSpPr/>
          <p:nvPr/>
        </p:nvSpPr>
        <p:spPr>
          <a:xfrm>
            <a:off x="4246284" y="2552157"/>
            <a:ext cx="3348633" cy="1444625"/>
          </a:xfrm>
          <a:prstGeom prst="rect">
            <a:avLst/>
          </a:prstGeom>
          <a:noFill/>
          <a:ln/>
        </p:spPr>
        <p:txBody>
          <a:bodyPr wrap="square" rtlCol="0" anchor="t"/>
          <a:lstStyle/>
          <a:p>
            <a:pPr algn="just">
              <a:lnSpc>
                <a:spcPts val="2275"/>
              </a:lnSpc>
            </a:pPr>
            <a:r>
              <a:rPr lang="en-US" sz="2400" dirty="0">
                <a:ea typeface="Sora" pitchFamily="34" charset="-122"/>
                <a:cs typeface="Arial" panose="020B0604020202020204" pitchFamily="34" charset="0"/>
              </a:rPr>
              <a:t>The choice of data structure can greatly influence the efficiency and performance of algorithms, leading to faster and more scalable solutions.</a:t>
            </a:r>
            <a:endParaRPr lang="en-US" sz="2400" dirty="0">
              <a:cs typeface="Arial" panose="020B0604020202020204" pitchFamily="34" charset="0"/>
            </a:endParaRPr>
          </a:p>
        </p:txBody>
      </p:sp>
      <p:sp>
        <p:nvSpPr>
          <p:cNvPr id="11" name="Text 8">
            <a:extLst>
              <a:ext uri="{FF2B5EF4-FFF2-40B4-BE49-F238E27FC236}">
                <a16:creationId xmlns:a16="http://schemas.microsoft.com/office/drawing/2014/main" id="{16E25703-FE16-88F2-A888-04FE793CBC17}"/>
              </a:ext>
            </a:extLst>
          </p:cNvPr>
          <p:cNvSpPr/>
          <p:nvPr/>
        </p:nvSpPr>
        <p:spPr>
          <a:xfrm>
            <a:off x="8076304" y="2491772"/>
            <a:ext cx="3348633" cy="1733550"/>
          </a:xfrm>
          <a:prstGeom prst="rect">
            <a:avLst/>
          </a:prstGeom>
          <a:noFill/>
          <a:ln/>
        </p:spPr>
        <p:txBody>
          <a:bodyPr wrap="square" rtlCol="0" anchor="t"/>
          <a:lstStyle/>
          <a:p>
            <a:pPr algn="just">
              <a:lnSpc>
                <a:spcPts val="2275"/>
              </a:lnSpc>
            </a:pPr>
            <a:r>
              <a:rPr lang="en-US" sz="2400" dirty="0">
                <a:ea typeface="Sora" pitchFamily="34" charset="-122"/>
                <a:cs typeface="Arial" panose="020B0604020202020204" pitchFamily="34" charset="0"/>
              </a:rPr>
              <a:t>Data structures help optimize memory usage by storing and retrieving data in an organized manner, reducing waste and improving overall system performance.</a:t>
            </a:r>
            <a:endParaRPr lang="en-US" sz="2400" dirty="0">
              <a:cs typeface="Arial" panose="020B0604020202020204" pitchFamily="34" charset="0"/>
            </a:endParaRPr>
          </a:p>
        </p:txBody>
      </p:sp>
    </p:spTree>
    <p:extLst>
      <p:ext uri="{BB962C8B-B14F-4D97-AF65-F5344CB8AC3E}">
        <p14:creationId xmlns:p14="http://schemas.microsoft.com/office/powerpoint/2010/main" val="2749341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Need Of data Structure</a:t>
            </a:r>
          </a:p>
        </p:txBody>
      </p:sp>
      <p:graphicFrame>
        <p:nvGraphicFramePr>
          <p:cNvPr id="4" name="Diagram 3">
            <a:extLst>
              <a:ext uri="{FF2B5EF4-FFF2-40B4-BE49-F238E27FC236}">
                <a16:creationId xmlns:a16="http://schemas.microsoft.com/office/drawing/2014/main" id="{53EFA894-7506-EA9D-7880-CC6025B1051B}"/>
              </a:ext>
            </a:extLst>
          </p:cNvPr>
          <p:cNvGraphicFramePr/>
          <p:nvPr>
            <p:extLst>
              <p:ext uri="{D42A27DB-BD31-4B8C-83A1-F6EECF244321}">
                <p14:modId xmlns:p14="http://schemas.microsoft.com/office/powerpoint/2010/main" val="1699760615"/>
              </p:ext>
            </p:extLst>
          </p:nvPr>
        </p:nvGraphicFramePr>
        <p:xfrm>
          <a:off x="1042894" y="888521"/>
          <a:ext cx="9602102" cy="56564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13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p:cNvSpPr/>
          <p:nvPr/>
        </p:nvSpPr>
        <p:spPr>
          <a:xfrm>
            <a:off x="2557463" y="407294"/>
            <a:ext cx="7104122" cy="1181298"/>
          </a:xfrm>
          <a:prstGeom prst="rect">
            <a:avLst/>
          </a:prstGeom>
          <a:noFill/>
          <a:ln/>
        </p:spPr>
        <p:txBody>
          <a:bodyPr wrap="square" rtlCol="0" anchor="t"/>
          <a:lstStyle/>
          <a:p>
            <a:pPr>
              <a:lnSpc>
                <a:spcPts val="4651"/>
              </a:lnSpc>
            </a:pPr>
            <a:r>
              <a:rPr lang="en-US" sz="4400" dirty="0">
                <a:ea typeface="Gelasio" pitchFamily="34" charset="-122"/>
                <a:cs typeface="Arial" panose="020B0604020202020204" pitchFamily="34" charset="0"/>
              </a:rPr>
              <a:t>Applications of Data Structures</a:t>
            </a:r>
            <a:endParaRPr lang="en-US" sz="4400" dirty="0">
              <a:cs typeface="Arial" panose="020B0604020202020204" pitchFamily="34" charset="0"/>
            </a:endParaRPr>
          </a:p>
        </p:txBody>
      </p:sp>
      <p:pic>
        <p:nvPicPr>
          <p:cNvPr id="7" name="Image 2" descr="preencoded.png"/>
          <p:cNvPicPr>
            <a:picLocks noChangeAspect="1"/>
          </p:cNvPicPr>
          <p:nvPr/>
        </p:nvPicPr>
        <p:blipFill>
          <a:blip r:embed="rId3"/>
          <a:stretch>
            <a:fillRect/>
          </a:stretch>
        </p:blipFill>
        <p:spPr>
          <a:xfrm>
            <a:off x="1739793" y="1883678"/>
            <a:ext cx="934396" cy="635686"/>
          </a:xfrm>
          <a:prstGeom prst="rect">
            <a:avLst/>
          </a:prstGeom>
        </p:spPr>
      </p:pic>
      <p:sp>
        <p:nvSpPr>
          <p:cNvPr id="8" name="Text 3"/>
          <p:cNvSpPr/>
          <p:nvPr/>
        </p:nvSpPr>
        <p:spPr>
          <a:xfrm>
            <a:off x="1515507" y="2675335"/>
            <a:ext cx="2362696" cy="295275"/>
          </a:xfrm>
          <a:prstGeom prst="rect">
            <a:avLst/>
          </a:prstGeom>
          <a:noFill/>
          <a:ln/>
        </p:spPr>
        <p:txBody>
          <a:bodyPr wrap="none" rtlCol="0" anchor="t"/>
          <a:lstStyle/>
          <a:p>
            <a:pPr>
              <a:lnSpc>
                <a:spcPts val="2326"/>
              </a:lnSpc>
            </a:pPr>
            <a:r>
              <a:rPr lang="en-US" sz="2800" b="1" dirty="0">
                <a:solidFill>
                  <a:srgbClr val="484237"/>
                </a:solidFill>
                <a:latin typeface="Arial" panose="020B0604020202020204" pitchFamily="34" charset="0"/>
                <a:ea typeface="Gelasio" pitchFamily="34" charset="-122"/>
                <a:cs typeface="Arial" panose="020B0604020202020204" pitchFamily="34" charset="0"/>
              </a:rPr>
              <a:t>Databases</a:t>
            </a:r>
            <a:endParaRPr lang="en-US" sz="2800" dirty="0">
              <a:latin typeface="Arial" panose="020B0604020202020204" pitchFamily="34" charset="0"/>
              <a:cs typeface="Arial" panose="020B0604020202020204" pitchFamily="34" charset="0"/>
            </a:endParaRPr>
          </a:p>
        </p:txBody>
      </p:sp>
      <p:sp>
        <p:nvSpPr>
          <p:cNvPr id="9" name="Text 4"/>
          <p:cNvSpPr/>
          <p:nvPr/>
        </p:nvSpPr>
        <p:spPr>
          <a:xfrm>
            <a:off x="1515507" y="3126581"/>
            <a:ext cx="3006725" cy="604838"/>
          </a:xfrm>
          <a:prstGeom prst="rect">
            <a:avLst/>
          </a:prstGeom>
          <a:noFill/>
          <a:ln/>
        </p:spPr>
        <p:txBody>
          <a:bodyPr wrap="square" rtlCol="0" anchor="t"/>
          <a:lstStyle/>
          <a:p>
            <a:pPr>
              <a:lnSpc>
                <a:spcPts val="2382"/>
              </a:lnSpc>
            </a:pPr>
            <a:r>
              <a:rPr lang="en-US" sz="2400" dirty="0">
                <a:ea typeface="Gelasio" pitchFamily="34" charset="-122"/>
                <a:cs typeface="Arial" panose="020B0604020202020204" pitchFamily="34" charset="0"/>
              </a:rPr>
              <a:t>Efficient storage and retrieval of data.</a:t>
            </a:r>
            <a:endParaRPr lang="en-US" sz="2400" dirty="0">
              <a:cs typeface="Arial" panose="020B0604020202020204" pitchFamily="34" charset="0"/>
            </a:endParaRPr>
          </a:p>
        </p:txBody>
      </p:sp>
      <p:pic>
        <p:nvPicPr>
          <p:cNvPr id="10" name="Image 3" descr="preencoded.png"/>
          <p:cNvPicPr>
            <a:picLocks noChangeAspect="1"/>
          </p:cNvPicPr>
          <p:nvPr/>
        </p:nvPicPr>
        <p:blipFill>
          <a:blip r:embed="rId4"/>
          <a:stretch>
            <a:fillRect/>
          </a:stretch>
        </p:blipFill>
        <p:spPr>
          <a:xfrm>
            <a:off x="7893955" y="1872149"/>
            <a:ext cx="629730" cy="566817"/>
          </a:xfrm>
          <a:prstGeom prst="rect">
            <a:avLst/>
          </a:prstGeom>
        </p:spPr>
      </p:pic>
      <p:sp>
        <p:nvSpPr>
          <p:cNvPr id="11" name="Text 5"/>
          <p:cNvSpPr/>
          <p:nvPr/>
        </p:nvSpPr>
        <p:spPr>
          <a:xfrm>
            <a:off x="7561682" y="2650064"/>
            <a:ext cx="2362696" cy="295275"/>
          </a:xfrm>
          <a:prstGeom prst="rect">
            <a:avLst/>
          </a:prstGeom>
          <a:noFill/>
          <a:ln/>
        </p:spPr>
        <p:txBody>
          <a:bodyPr wrap="none" rtlCol="0" anchor="t"/>
          <a:lstStyle/>
          <a:p>
            <a:pPr>
              <a:lnSpc>
                <a:spcPts val="2326"/>
              </a:lnSpc>
            </a:pPr>
            <a:r>
              <a:rPr lang="en-US" sz="2800" b="1" dirty="0">
                <a:solidFill>
                  <a:srgbClr val="484237"/>
                </a:solidFill>
                <a:latin typeface="Arial" panose="020B0604020202020204" pitchFamily="34" charset="0"/>
                <a:ea typeface="Gelasio" pitchFamily="34" charset="-122"/>
                <a:cs typeface="Arial" panose="020B0604020202020204" pitchFamily="34" charset="0"/>
              </a:rPr>
              <a:t>Operating Systems</a:t>
            </a:r>
            <a:endParaRPr lang="en-US" sz="2800" dirty="0">
              <a:latin typeface="Arial" panose="020B0604020202020204" pitchFamily="34" charset="0"/>
              <a:cs typeface="Arial" panose="020B0604020202020204" pitchFamily="34" charset="0"/>
            </a:endParaRPr>
          </a:p>
        </p:txBody>
      </p:sp>
      <p:sp>
        <p:nvSpPr>
          <p:cNvPr id="12" name="Text 6"/>
          <p:cNvSpPr/>
          <p:nvPr/>
        </p:nvSpPr>
        <p:spPr>
          <a:xfrm>
            <a:off x="7614227" y="3156436"/>
            <a:ext cx="3006824" cy="604838"/>
          </a:xfrm>
          <a:prstGeom prst="rect">
            <a:avLst/>
          </a:prstGeom>
          <a:noFill/>
          <a:ln/>
        </p:spPr>
        <p:txBody>
          <a:bodyPr wrap="square" rtlCol="0" anchor="t"/>
          <a:lstStyle/>
          <a:p>
            <a:pPr>
              <a:lnSpc>
                <a:spcPts val="2382"/>
              </a:lnSpc>
            </a:pPr>
            <a:r>
              <a:rPr lang="en-US" sz="2400" dirty="0">
                <a:ea typeface="Gelasio" pitchFamily="34" charset="-122"/>
                <a:cs typeface="Arial" panose="020B0604020202020204" pitchFamily="34" charset="0"/>
              </a:rPr>
              <a:t>Managing memory, files, and processes.</a:t>
            </a:r>
            <a:endParaRPr lang="en-US" sz="2400" dirty="0">
              <a:cs typeface="Arial" panose="020B0604020202020204" pitchFamily="34" charset="0"/>
            </a:endParaRPr>
          </a:p>
        </p:txBody>
      </p:sp>
      <p:pic>
        <p:nvPicPr>
          <p:cNvPr id="13" name="Image 4" descr="preencoded.png"/>
          <p:cNvPicPr>
            <a:picLocks noChangeAspect="1"/>
          </p:cNvPicPr>
          <p:nvPr/>
        </p:nvPicPr>
        <p:blipFill>
          <a:blip r:embed="rId5"/>
          <a:stretch>
            <a:fillRect/>
          </a:stretch>
        </p:blipFill>
        <p:spPr>
          <a:xfrm>
            <a:off x="1739793" y="4485379"/>
            <a:ext cx="635594" cy="432001"/>
          </a:xfrm>
          <a:prstGeom prst="rect">
            <a:avLst/>
          </a:prstGeom>
        </p:spPr>
      </p:pic>
      <p:sp>
        <p:nvSpPr>
          <p:cNvPr id="14" name="Text 7"/>
          <p:cNvSpPr/>
          <p:nvPr/>
        </p:nvSpPr>
        <p:spPr>
          <a:xfrm>
            <a:off x="1515507" y="5121770"/>
            <a:ext cx="2362696" cy="295275"/>
          </a:xfrm>
          <a:prstGeom prst="rect">
            <a:avLst/>
          </a:prstGeom>
          <a:noFill/>
          <a:ln/>
        </p:spPr>
        <p:txBody>
          <a:bodyPr wrap="none" rtlCol="0" anchor="t"/>
          <a:lstStyle/>
          <a:p>
            <a:pPr>
              <a:lnSpc>
                <a:spcPts val="2326"/>
              </a:lnSpc>
            </a:pPr>
            <a:r>
              <a:rPr lang="en-US" sz="2800" b="1" dirty="0">
                <a:solidFill>
                  <a:srgbClr val="484237"/>
                </a:solidFill>
                <a:latin typeface="Arial" panose="020B0604020202020204" pitchFamily="34" charset="0"/>
                <a:ea typeface="Gelasio" pitchFamily="34" charset="-122"/>
                <a:cs typeface="Arial" panose="020B0604020202020204" pitchFamily="34" charset="0"/>
              </a:rPr>
              <a:t>Algorithms</a:t>
            </a:r>
            <a:endParaRPr lang="en-US" sz="2800" dirty="0">
              <a:latin typeface="Arial" panose="020B0604020202020204" pitchFamily="34" charset="0"/>
              <a:cs typeface="Arial" panose="020B0604020202020204" pitchFamily="34" charset="0"/>
            </a:endParaRPr>
          </a:p>
        </p:txBody>
      </p:sp>
      <p:sp>
        <p:nvSpPr>
          <p:cNvPr id="15" name="Text 8"/>
          <p:cNvSpPr/>
          <p:nvPr/>
        </p:nvSpPr>
        <p:spPr>
          <a:xfrm>
            <a:off x="1515507" y="5720211"/>
            <a:ext cx="3006725" cy="604838"/>
          </a:xfrm>
          <a:prstGeom prst="rect">
            <a:avLst/>
          </a:prstGeom>
          <a:noFill/>
          <a:ln/>
        </p:spPr>
        <p:txBody>
          <a:bodyPr wrap="square" rtlCol="0" anchor="t"/>
          <a:lstStyle/>
          <a:p>
            <a:pPr>
              <a:lnSpc>
                <a:spcPts val="2382"/>
              </a:lnSpc>
            </a:pPr>
            <a:r>
              <a:rPr lang="en-US" sz="2400" dirty="0">
                <a:ea typeface="Gelasio" pitchFamily="34" charset="-122"/>
                <a:cs typeface="Arial" panose="020B0604020202020204" pitchFamily="34" charset="0"/>
              </a:rPr>
              <a:t>Designing efficient solutions to problems.</a:t>
            </a:r>
            <a:endParaRPr lang="en-US" sz="2400" dirty="0">
              <a:cs typeface="Arial" panose="020B0604020202020204" pitchFamily="34" charset="0"/>
            </a:endParaRPr>
          </a:p>
        </p:txBody>
      </p:sp>
      <p:pic>
        <p:nvPicPr>
          <p:cNvPr id="16" name="Image 5" descr="preencoded.png"/>
          <p:cNvPicPr>
            <a:picLocks noChangeAspect="1"/>
          </p:cNvPicPr>
          <p:nvPr/>
        </p:nvPicPr>
        <p:blipFill>
          <a:blip r:embed="rId6"/>
          <a:stretch>
            <a:fillRect/>
          </a:stretch>
        </p:blipFill>
        <p:spPr>
          <a:xfrm>
            <a:off x="8051204" y="4485380"/>
            <a:ext cx="635595" cy="564310"/>
          </a:xfrm>
          <a:prstGeom prst="rect">
            <a:avLst/>
          </a:prstGeom>
        </p:spPr>
      </p:pic>
      <p:sp>
        <p:nvSpPr>
          <p:cNvPr id="17" name="Text 9"/>
          <p:cNvSpPr/>
          <p:nvPr/>
        </p:nvSpPr>
        <p:spPr>
          <a:xfrm>
            <a:off x="7791812" y="5291739"/>
            <a:ext cx="2362696" cy="295275"/>
          </a:xfrm>
          <a:prstGeom prst="rect">
            <a:avLst/>
          </a:prstGeom>
          <a:noFill/>
          <a:ln/>
        </p:spPr>
        <p:txBody>
          <a:bodyPr wrap="none" rtlCol="0" anchor="t"/>
          <a:lstStyle/>
          <a:p>
            <a:pPr>
              <a:lnSpc>
                <a:spcPts val="2326"/>
              </a:lnSpc>
            </a:pPr>
            <a:r>
              <a:rPr lang="en-US" sz="2800" b="1" dirty="0">
                <a:solidFill>
                  <a:srgbClr val="484237"/>
                </a:solidFill>
                <a:latin typeface="Arial" panose="020B0604020202020204" pitchFamily="34" charset="0"/>
                <a:ea typeface="Gelasio" pitchFamily="34" charset="-122"/>
                <a:cs typeface="Arial" panose="020B0604020202020204" pitchFamily="34" charset="0"/>
              </a:rPr>
              <a:t>Compilers</a:t>
            </a:r>
            <a:endParaRPr lang="en-US" sz="2800" dirty="0">
              <a:latin typeface="Arial" panose="020B0604020202020204" pitchFamily="34" charset="0"/>
              <a:cs typeface="Arial" panose="020B0604020202020204" pitchFamily="34" charset="0"/>
            </a:endParaRPr>
          </a:p>
        </p:txBody>
      </p:sp>
      <p:sp>
        <p:nvSpPr>
          <p:cNvPr id="18" name="Text 10"/>
          <p:cNvSpPr/>
          <p:nvPr/>
        </p:nvSpPr>
        <p:spPr>
          <a:xfrm>
            <a:off x="7719618" y="5720211"/>
            <a:ext cx="3439180" cy="604838"/>
          </a:xfrm>
          <a:prstGeom prst="rect">
            <a:avLst/>
          </a:prstGeom>
          <a:noFill/>
          <a:ln/>
        </p:spPr>
        <p:txBody>
          <a:bodyPr wrap="square" rtlCol="0" anchor="t"/>
          <a:lstStyle/>
          <a:p>
            <a:pPr>
              <a:lnSpc>
                <a:spcPts val="2382"/>
              </a:lnSpc>
            </a:pPr>
            <a:r>
              <a:rPr lang="en-US" sz="2400" dirty="0">
                <a:ea typeface="Gelasio" pitchFamily="34" charset="-122"/>
                <a:cs typeface="Arial" panose="020B0604020202020204" pitchFamily="34" charset="0"/>
              </a:rPr>
              <a:t>Parsing and translating programming languages.</a:t>
            </a:r>
            <a:endParaRPr lang="en-US" sz="2400" dirty="0">
              <a:cs typeface="Arial" panose="020B0604020202020204" pitchFamily="34" charset="0"/>
            </a:endParaRPr>
          </a:p>
        </p:txBody>
      </p:sp>
      <p:pic>
        <p:nvPicPr>
          <p:cNvPr id="20" name="Picture 19">
            <a:extLst>
              <a:ext uri="{FF2B5EF4-FFF2-40B4-BE49-F238E27FC236}">
                <a16:creationId xmlns:a16="http://schemas.microsoft.com/office/drawing/2014/main" id="{1F56B526-39A2-B610-6B1A-28F177E9FE68}"/>
              </a:ext>
            </a:extLst>
          </p:cNvPr>
          <p:cNvPicPr>
            <a:picLocks noChangeAspect="1"/>
          </p:cNvPicPr>
          <p:nvPr/>
        </p:nvPicPr>
        <p:blipFill>
          <a:blip r:embed="rId7"/>
          <a:stretch>
            <a:fillRect/>
          </a:stretch>
        </p:blipFill>
        <p:spPr>
          <a:xfrm>
            <a:off x="9271466" y="136525"/>
            <a:ext cx="2828925" cy="9810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Book References</a:t>
            </a:r>
            <a:endParaRPr lang="en-US" dirty="0"/>
          </a:p>
        </p:txBody>
      </p:sp>
      <p:sp>
        <p:nvSpPr>
          <p:cNvPr id="3" name="Content Placeholder 2"/>
          <p:cNvSpPr>
            <a:spLocks noGrp="1"/>
          </p:cNvSpPr>
          <p:nvPr>
            <p:ph idx="1"/>
          </p:nvPr>
        </p:nvSpPr>
        <p:spPr>
          <a:xfrm>
            <a:off x="688299" y="1435881"/>
            <a:ext cx="10515600" cy="4351338"/>
          </a:xfrm>
        </p:spPr>
        <p:txBody>
          <a:bodyPr>
            <a:normAutofit fontScale="92500" lnSpcReduction="10000"/>
          </a:bodyPr>
          <a:lstStyle/>
          <a:p>
            <a:pPr marL="0" indent="0">
              <a:buNone/>
            </a:pPr>
            <a:r>
              <a:rPr lang="en-US" b="1" dirty="0"/>
              <a:t>TEXT BOOKS</a:t>
            </a:r>
          </a:p>
          <a:p>
            <a:r>
              <a:rPr lang="en-US" dirty="0"/>
              <a:t>Seymour Lipchitz, </a:t>
            </a:r>
            <a:r>
              <a:rPr lang="en-US" dirty="0" err="1"/>
              <a:t>Schaum's</a:t>
            </a:r>
            <a:r>
              <a:rPr lang="en-US" dirty="0"/>
              <a:t> Outlines Series Data Structures TMH. J.P. Hayes, Computer Organization and Architecture, Third Edition, TMH.</a:t>
            </a:r>
          </a:p>
          <a:p>
            <a:r>
              <a:rPr lang="en-US" dirty="0"/>
              <a:t>Data Structure Theory Problem and Algorithms, R.S. </a:t>
            </a:r>
            <a:r>
              <a:rPr lang="en-US" dirty="0" err="1"/>
              <a:t>Salaria</a:t>
            </a:r>
            <a:r>
              <a:rPr lang="en-US" dirty="0"/>
              <a:t>, Khanna Book Publishing Company, Delhi.</a:t>
            </a:r>
          </a:p>
          <a:p>
            <a:pPr marL="0" indent="0">
              <a:buNone/>
            </a:pPr>
            <a:r>
              <a:rPr lang="en-US" b="1" dirty="0"/>
              <a:t>REFERENCE BOOKS</a:t>
            </a:r>
          </a:p>
          <a:p>
            <a:r>
              <a:rPr lang="en-US" dirty="0"/>
              <a:t>Introduction to Data Structures Applications, </a:t>
            </a:r>
            <a:r>
              <a:rPr lang="en-US" dirty="0" err="1"/>
              <a:t>Trembley&amp;Soreson</a:t>
            </a:r>
            <a:r>
              <a:rPr lang="en-US" dirty="0"/>
              <a:t>, Second Edition, Pearson Education Robert L. Britton, MIPS Assembly Language Programming, Pearson Prentice Hall.</a:t>
            </a:r>
          </a:p>
          <a:p>
            <a:r>
              <a:rPr lang="en-US" dirty="0"/>
              <a:t>A. </a:t>
            </a:r>
            <a:r>
              <a:rPr lang="en-US" dirty="0" err="1"/>
              <a:t>Tanenbaum</a:t>
            </a:r>
            <a:r>
              <a:rPr lang="en-US" dirty="0"/>
              <a:t>, Y. </a:t>
            </a:r>
            <a:r>
              <a:rPr lang="en-US" dirty="0" err="1"/>
              <a:t>Lanhgsam</a:t>
            </a:r>
            <a:r>
              <a:rPr lang="en-US" dirty="0"/>
              <a:t> and A. J. </a:t>
            </a:r>
            <a:r>
              <a:rPr lang="en-US" dirty="0" err="1"/>
              <a:t>Augenstein</a:t>
            </a:r>
            <a:r>
              <a:rPr lang="en-US" dirty="0"/>
              <a:t>, Data Structures Using C++, Prentice Hall of India, 1990</a:t>
            </a:r>
          </a:p>
          <a:p>
            <a:pPr marL="0" indent="0">
              <a:buNone/>
            </a:pPr>
            <a:endParaRPr lang="en-US" dirty="0"/>
          </a:p>
        </p:txBody>
      </p:sp>
    </p:spTree>
    <p:extLst>
      <p:ext uri="{BB962C8B-B14F-4D97-AF65-F5344CB8AC3E}">
        <p14:creationId xmlns:p14="http://schemas.microsoft.com/office/powerpoint/2010/main" val="37423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Video Links</a:t>
            </a:r>
            <a:endParaRPr lang="en-US" dirty="0"/>
          </a:p>
        </p:txBody>
      </p:sp>
      <p:sp>
        <p:nvSpPr>
          <p:cNvPr id="3" name="Content Placeholder 2"/>
          <p:cNvSpPr>
            <a:spLocks noGrp="1"/>
          </p:cNvSpPr>
          <p:nvPr>
            <p:ph idx="1"/>
          </p:nvPr>
        </p:nvSpPr>
        <p:spPr/>
        <p:txBody>
          <a:bodyPr/>
          <a:lstStyle/>
          <a:p>
            <a:pPr marL="0" indent="0">
              <a:buNone/>
            </a:pPr>
            <a:r>
              <a:rPr lang="en-IN">
                <a:hlinkClick r:id="rId2"/>
              </a:rPr>
              <a:t>Introduction to Data Structures</a:t>
            </a:r>
            <a:endParaRPr lang="en-US" dirty="0"/>
          </a:p>
        </p:txBody>
      </p:sp>
    </p:spTree>
    <p:extLst>
      <p:ext uri="{BB962C8B-B14F-4D97-AF65-F5344CB8AC3E}">
        <p14:creationId xmlns:p14="http://schemas.microsoft.com/office/powerpoint/2010/main" val="75566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1407622" y="100139"/>
            <a:ext cx="9144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a:defRPr/>
            </a:pPr>
            <a:r>
              <a:rPr lang="en-US" dirty="0">
                <a:solidFill>
                  <a:prstClr val="white"/>
                </a:solidFill>
                <a:latin typeface="Calibri Light" panose="020F0302020204030204"/>
              </a:rPr>
              <a:t> </a:t>
            </a:r>
          </a:p>
        </p:txBody>
      </p:sp>
      <p:cxnSp>
        <p:nvCxnSpPr>
          <p:cNvPr id="18" name="Straight Connector 17"/>
          <p:cNvCxnSpPr/>
          <p:nvPr/>
        </p:nvCxnSpPr>
        <p:spPr>
          <a:xfrm>
            <a:off x="8534400" y="0"/>
            <a:ext cx="13716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9150847" y="0"/>
            <a:ext cx="497979"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074071" y="6294599"/>
            <a:ext cx="418759"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816896" y="5129691"/>
            <a:ext cx="1296233"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p:nvPr/>
        </p:nvSpPr>
        <p:spPr>
          <a:xfrm>
            <a:off x="2638428" y="2249080"/>
            <a:ext cx="8043861"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defRPr/>
            </a:pPr>
            <a:r>
              <a:rPr lang="en-US" sz="8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p:cNvSpPr/>
          <p:nvPr/>
        </p:nvSpPr>
        <p:spPr>
          <a:xfrm>
            <a:off x="3505201" y="1214279"/>
            <a:ext cx="1822847"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a:defRPr/>
            </a:pPr>
            <a:endParaRPr lang="en-US">
              <a:solidFill>
                <a:prstClr val="white"/>
              </a:solidFill>
              <a:latin typeface="Calibri Light" panose="020F0302020204030204"/>
            </a:endParaRPr>
          </a:p>
        </p:txBody>
      </p:sp>
      <p:sp>
        <p:nvSpPr>
          <p:cNvPr id="23" name="Diamond 6"/>
          <p:cNvSpPr/>
          <p:nvPr/>
        </p:nvSpPr>
        <p:spPr>
          <a:xfrm>
            <a:off x="3698082" y="1214279"/>
            <a:ext cx="1822847"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1" fmla="*/ 0 w 3225800"/>
              <a:gd name="connsiteY0-2" fmla="*/ 1612900 h 3225800"/>
              <a:gd name="connsiteX1-3" fmla="*/ 1612900 w 3225800"/>
              <a:gd name="connsiteY1-4" fmla="*/ 0 h 3225800"/>
              <a:gd name="connsiteX2-5" fmla="*/ 2430463 w 3225800"/>
              <a:gd name="connsiteY2-6" fmla="*/ 817563 h 3225800"/>
              <a:gd name="connsiteX3-7" fmla="*/ 3225800 w 3225800"/>
              <a:gd name="connsiteY3-8" fmla="*/ 1612900 h 3225800"/>
              <a:gd name="connsiteX4-9" fmla="*/ 1612900 w 3225800"/>
              <a:gd name="connsiteY4-10" fmla="*/ 3225800 h 3225800"/>
              <a:gd name="connsiteX5" fmla="*/ 0 w 3225800"/>
              <a:gd name="connsiteY5" fmla="*/ 1612900 h 3225800"/>
              <a:gd name="connsiteX0-11" fmla="*/ 0 w 3225800"/>
              <a:gd name="connsiteY0-12" fmla="*/ 1612900 h 3225800"/>
              <a:gd name="connsiteX1-13" fmla="*/ 1612900 w 3225800"/>
              <a:gd name="connsiteY1-14" fmla="*/ 0 h 3225800"/>
              <a:gd name="connsiteX2-15" fmla="*/ 2430463 w 3225800"/>
              <a:gd name="connsiteY2-16" fmla="*/ 817563 h 3225800"/>
              <a:gd name="connsiteX3-17" fmla="*/ 3225800 w 3225800"/>
              <a:gd name="connsiteY3-18" fmla="*/ 1612900 h 3225800"/>
              <a:gd name="connsiteX4-19" fmla="*/ 2430463 w 3225800"/>
              <a:gd name="connsiteY4-20" fmla="*/ 2413000 h 3225800"/>
              <a:gd name="connsiteX5-21" fmla="*/ 1612900 w 3225800"/>
              <a:gd name="connsiteY5-22" fmla="*/ 3225800 h 3225800"/>
              <a:gd name="connsiteX6" fmla="*/ 0 w 3225800"/>
              <a:gd name="connsiteY6" fmla="*/ 1612900 h 3225800"/>
              <a:gd name="connsiteX0-23" fmla="*/ 3225800 w 3317240"/>
              <a:gd name="connsiteY0-24" fmla="*/ 1612900 h 3225800"/>
              <a:gd name="connsiteX1-25" fmla="*/ 2430463 w 3317240"/>
              <a:gd name="connsiteY1-26" fmla="*/ 2413000 h 3225800"/>
              <a:gd name="connsiteX2-27" fmla="*/ 1612900 w 3317240"/>
              <a:gd name="connsiteY2-28" fmla="*/ 3225800 h 3225800"/>
              <a:gd name="connsiteX3-29" fmla="*/ 0 w 3317240"/>
              <a:gd name="connsiteY3-30" fmla="*/ 1612900 h 3225800"/>
              <a:gd name="connsiteX4-31" fmla="*/ 1612900 w 3317240"/>
              <a:gd name="connsiteY4-32" fmla="*/ 0 h 3225800"/>
              <a:gd name="connsiteX5-33" fmla="*/ 2430463 w 3317240"/>
              <a:gd name="connsiteY5-34" fmla="*/ 817563 h 3225800"/>
              <a:gd name="connsiteX6-35" fmla="*/ 3317240 w 3317240"/>
              <a:gd name="connsiteY6-36" fmla="*/ 1704340 h 3225800"/>
              <a:gd name="connsiteX0-37" fmla="*/ 2430463 w 3317240"/>
              <a:gd name="connsiteY0-38" fmla="*/ 2413000 h 3225800"/>
              <a:gd name="connsiteX1-39" fmla="*/ 1612900 w 3317240"/>
              <a:gd name="connsiteY1-40" fmla="*/ 3225800 h 3225800"/>
              <a:gd name="connsiteX2-41" fmla="*/ 0 w 3317240"/>
              <a:gd name="connsiteY2-42" fmla="*/ 1612900 h 3225800"/>
              <a:gd name="connsiteX3-43" fmla="*/ 1612900 w 3317240"/>
              <a:gd name="connsiteY3-44" fmla="*/ 0 h 3225800"/>
              <a:gd name="connsiteX4-45" fmla="*/ 2430463 w 3317240"/>
              <a:gd name="connsiteY4-46" fmla="*/ 817563 h 3225800"/>
              <a:gd name="connsiteX5-47" fmla="*/ 3317240 w 3317240"/>
              <a:gd name="connsiteY5-48" fmla="*/ 1704340 h 3225800"/>
              <a:gd name="connsiteX0-49" fmla="*/ 2430463 w 2430463"/>
              <a:gd name="connsiteY0-50" fmla="*/ 2413000 h 3225800"/>
              <a:gd name="connsiteX1-51" fmla="*/ 1612900 w 2430463"/>
              <a:gd name="connsiteY1-52" fmla="*/ 3225800 h 3225800"/>
              <a:gd name="connsiteX2-53" fmla="*/ 0 w 2430463"/>
              <a:gd name="connsiteY2-54" fmla="*/ 1612900 h 3225800"/>
              <a:gd name="connsiteX3-55" fmla="*/ 1612900 w 2430463"/>
              <a:gd name="connsiteY3-56" fmla="*/ 0 h 3225800"/>
              <a:gd name="connsiteX4-57" fmla="*/ 2430463 w 2430463"/>
              <a:gd name="connsiteY4-58" fmla="*/ 817563 h 32258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a:defRPr/>
            </a:pPr>
            <a:endParaRPr lang="en-US">
              <a:solidFill>
                <a:prstClr val="white"/>
              </a:solidFill>
              <a:latin typeface="Calibri Light" panose="020F0302020204030204"/>
            </a:endParaRPr>
          </a:p>
        </p:txBody>
      </p:sp>
      <p:sp>
        <p:nvSpPr>
          <p:cNvPr id="2" name="Rectangle 1"/>
          <p:cNvSpPr/>
          <p:nvPr/>
        </p:nvSpPr>
        <p:spPr>
          <a:xfrm>
            <a:off x="4609504" y="5394449"/>
            <a:ext cx="309880" cy="368300"/>
          </a:xfrm>
          <a:prstGeom prst="rect">
            <a:avLst/>
          </a:prstGeom>
        </p:spPr>
        <p:txBody>
          <a:bodyPr wrap="none">
            <a:spAutoFit/>
          </a:bodyPr>
          <a:lstStyle/>
          <a:p>
            <a:endParaRPr lang="en-US" dirty="0"/>
          </a:p>
        </p:txBody>
      </p:sp>
      <p:sp>
        <p:nvSpPr>
          <p:cNvPr id="3" name="TextBox 2">
            <a:extLst>
              <a:ext uri="{FF2B5EF4-FFF2-40B4-BE49-F238E27FC236}">
                <a16:creationId xmlns:a16="http://schemas.microsoft.com/office/drawing/2014/main" id="{FBC53318-6682-F290-DC45-DEFCF3523510}"/>
              </a:ext>
            </a:extLst>
          </p:cNvPr>
          <p:cNvSpPr txBox="1"/>
          <p:nvPr/>
        </p:nvSpPr>
        <p:spPr>
          <a:xfrm>
            <a:off x="3998422" y="5295207"/>
            <a:ext cx="7232073" cy="646331"/>
          </a:xfrm>
          <a:prstGeom prst="rect">
            <a:avLst/>
          </a:prstGeom>
          <a:noFill/>
        </p:spPr>
        <p:txBody>
          <a:bodyPr wrap="square" rtlCol="0">
            <a:spAutoFit/>
          </a:bodyPr>
          <a:lstStyle/>
          <a:p>
            <a:r>
              <a:rPr lang="en-US" dirty="0"/>
              <a:t>Created by: Mehak Bhatia (E16757) </a:t>
            </a:r>
          </a:p>
          <a:p>
            <a:r>
              <a:rPr lang="en-US" dirty="0"/>
              <a:t>mehak.e16757@cumail.in</a:t>
            </a:r>
          </a:p>
        </p:txBody>
      </p:sp>
    </p:spTree>
    <p:custDataLst>
      <p:tags r:id="rId1"/>
    </p:custDataLst>
    <p:extLst>
      <p:ext uri="{BB962C8B-B14F-4D97-AF65-F5344CB8AC3E}">
        <p14:creationId xmlns:p14="http://schemas.microsoft.com/office/powerpoint/2010/main" val="3647188833"/>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ISPRING_SLIDE_ID_2" val="{1F28AA35-7009-41E0-A8EE-F057A58C783B}"/>
  <p:tag name="GENSWF_ADVANCE_TIME" val="5.000"/>
  <p:tag name="ISPRING_CUSTOM_TIMING_USED"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Cost and economy Aspects 3.1.3</Template>
  <TotalTime>277</TotalTime>
  <Words>1939</Words>
  <Application>Microsoft Office PowerPoint</Application>
  <PresentationFormat>Widescreen</PresentationFormat>
  <Paragraphs>157</Paragraphs>
  <Slides>21</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21</vt:i4>
      </vt:variant>
    </vt:vector>
  </HeadingPairs>
  <TitlesOfParts>
    <vt:vector size="31" baseType="lpstr">
      <vt:lpstr>Alexandria</vt:lpstr>
      <vt:lpstr>Arial</vt:lpstr>
      <vt:lpstr>Calibri</vt:lpstr>
      <vt:lpstr>Calibri Light</vt:lpstr>
      <vt:lpstr>Casper</vt:lpstr>
      <vt:lpstr>Gelasio</vt:lpstr>
      <vt:lpstr>Sora</vt:lpstr>
      <vt:lpstr>Times New Roman</vt:lpstr>
      <vt:lpstr>1_Office Theme</vt:lpstr>
      <vt:lpstr>Contents Slide Master</vt:lpstr>
      <vt:lpstr>UNIVERSITY INSTITUTE OF COMPUTING Bachelor of Computer Application Subject Name: Data Structure  24CAP-151/24SCT-151  </vt:lpstr>
      <vt:lpstr>VISION</vt:lpstr>
      <vt:lpstr>Mission of the Department</vt:lpstr>
      <vt:lpstr>Program Outcomes</vt:lpstr>
      <vt:lpstr>Program Educational Objectives</vt:lpstr>
      <vt:lpstr>Program Specific Outcomes</vt:lpstr>
      <vt:lpstr>Contents</vt:lpstr>
      <vt:lpstr>Course Description</vt:lpstr>
      <vt:lpstr>Course Objectives</vt:lpstr>
      <vt:lpstr>Course Outcomes</vt:lpstr>
      <vt:lpstr>Program Outcomes</vt:lpstr>
      <vt:lpstr>Syllabus</vt:lpstr>
      <vt:lpstr>Syllabus</vt:lpstr>
      <vt:lpstr>Syllabus</vt:lpstr>
      <vt:lpstr>Data Structure Introduction</vt:lpstr>
      <vt:lpstr>Importance of Data Structure</vt:lpstr>
      <vt:lpstr>Need Of data Structure</vt:lpstr>
      <vt:lpstr>PowerPoint Presentation</vt:lpstr>
      <vt:lpstr>Book References</vt:lpstr>
      <vt:lpstr>Video Links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rajdeep  kaur</dc:creator>
  <cp:lastModifiedBy>Mehak Bhatia</cp:lastModifiedBy>
  <cp:revision>52</cp:revision>
  <dcterms:created xsi:type="dcterms:W3CDTF">2022-07-12T06:48:23Z</dcterms:created>
  <dcterms:modified xsi:type="dcterms:W3CDTF">2025-01-07T04:46:04Z</dcterms:modified>
</cp:coreProperties>
</file>